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media/image1.jpeg" ContentType="image/jpeg"/>
  <Override PartName="/ppt/media/image2.png" ContentType="image/png"/>
  <Override PartName="/ppt/media/image3.png" ContentType="image/png"/>
  <Override PartName="/ppt/media/image4.png" ContentType="image/png"/>
  <Override PartName="/ppt/theme/_rels/theme2.xml.rels" ContentType="application/vnd.openxmlformats-package.relationships+xml"/>
  <Override PartName="/ppt/theme/_rels/theme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1.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7.xml.rels" ContentType="application/vnd.openxmlformats-package.relationships+xml"/>
  <Override PartName="/ppt/slideLayouts/_rels/slideLayout12.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6.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2.xml.rels" ContentType="application/vnd.openxmlformats-package.relationships+xml"/>
  <Override PartName="/ppt/slideLayouts/slideLayout11.xml" ContentType="application/vnd.openxmlformats-officedocument.presentationml.slideLayout+xml"/>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12.xml.rels" ContentType="application/vnd.openxmlformats-package.relationships+xml"/>
  <Override PartName="/ppt/slides/_rels/slide2.xml.rels" ContentType="application/vnd.openxmlformats-package.relationships+xml"/>
  <Override PartName="/ppt/slides/_rels/slide10.xml.rels" ContentType="application/vnd.openxmlformats-package.relationships+xml"/>
  <Override PartName="/ppt/slides/_rels/slide3.xml.rels" ContentType="application/vnd.openxmlformats-package.relationships+xml"/>
  <Override PartName="/ppt/slides/_rels/slide15.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104" name="PlaceHolder 1"/>
          <p:cNvSpPr>
            <a:spLocks noGrp="1"/>
          </p:cNvSpPr>
          <p:nvPr>
            <p:ph type="title"/>
          </p:nvPr>
        </p:nvSpPr>
        <p:spPr>
          <a:xfrm>
            <a:off x="609480" y="273600"/>
            <a:ext cx="10972440" cy="1144800"/>
          </a:xfrm>
          <a:prstGeom prst="rect">
            <a:avLst/>
          </a:prstGeom>
          <a:noFill/>
          <a:ln w="0">
            <a:noFill/>
          </a:ln>
        </p:spPr>
        <p:txBody>
          <a:bodyPr lIns="0" rIns="0" tIns="0" bIns="0" anchor="ctr">
            <a:spAutoFit/>
          </a:bodyPr>
          <a:p>
            <a:pPr indent="0">
              <a:buNone/>
            </a:pPr>
            <a:endParaRPr b="0" lang="en-US" sz="1800" strike="noStrike" u="none">
              <a:solidFill>
                <a:schemeClr val="lt1"/>
              </a:solidFill>
              <a:effectLst/>
              <a:uFillTx/>
              <a:latin typeface="Tw Cen MT"/>
            </a:endParaRPr>
          </a:p>
        </p:txBody>
      </p:sp>
      <p:sp>
        <p:nvSpPr>
          <p:cNvPr id="105" name="PlaceHolder 2"/>
          <p:cNvSpPr>
            <a:spLocks noGrp="1"/>
          </p:cNvSpPr>
          <p:nvPr>
            <p:ph type="subTitle"/>
          </p:nvPr>
        </p:nvSpPr>
        <p:spPr>
          <a:xfrm>
            <a:off x="609480" y="1604520"/>
            <a:ext cx="10972440" cy="3977280"/>
          </a:xfrm>
          <a:prstGeom prst="rect">
            <a:avLst/>
          </a:prstGeom>
          <a:noFill/>
          <a:ln w="0">
            <a:noFill/>
          </a:ln>
        </p:spPr>
        <p:txBody>
          <a:bodyPr lIns="0" rIns="0" tIns="0" bIns="0" anchor="ctr">
            <a:spAutoFit/>
          </a:bodyPr>
          <a:p>
            <a:pPr indent="0" algn="ctr">
              <a:buNone/>
            </a:pPr>
            <a:endParaRPr b="0" lang="en-GB" sz="3200" strike="noStrike" u="none">
              <a:solidFill>
                <a:srgbClr val="ffffff"/>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93AD394-4A64-4300-A822-7EAE49A39F68}" type="slidenum">
              <a:t>&lt;#&gt;</a:t>
            </a:fld>
          </a:p>
        </p:txBody>
      </p:sp>
      <p:sp>
        <p:nvSpPr>
          <p:cNvPr id="6" name="PlaceHolder 5"/>
          <p:cNvSpPr>
            <a:spLocks noGrp="1"/>
          </p:cNvSpPr>
          <p:nvPr>
            <p:ph type="dt" idx="1"/>
          </p:nvPr>
        </p:nvSpPr>
        <p:spPr/>
        <p:txBody>
          <a:bodyPr/>
          <a:p>
            <a:r>
              <a:rPr lang="en-GB"/>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noramic Picture with Caption">
    <p:bg>
      <p:bgPr>
        <a:blipFill rotWithShape="0">
          <a:blip r:embed="rId2"/>
          <a:stretch/>
        </a:blipFill>
      </p:bgPr>
    </p:bg>
    <p:spTree>
      <p:nvGrpSpPr>
        <p:cNvPr id="1" name=""/>
        <p:cNvGrpSpPr/>
        <p:nvPr/>
      </p:nvGrpSpPr>
      <p:grpSpPr>
        <a:xfrm>
          <a:off x="0" y="0"/>
          <a:ext cx="0" cy="0"/>
          <a:chOff x="0" y="0"/>
          <a:chExt cx="0" cy="0"/>
        </a:xfrm>
      </p:grpSpPr>
      <p:pic>
        <p:nvPicPr>
          <p:cNvPr id="106"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107" name="Group 7"/>
          <p:cNvGrpSpPr/>
          <p:nvPr/>
        </p:nvGrpSpPr>
        <p:grpSpPr>
          <a:xfrm>
            <a:off x="-14400" y="0"/>
            <a:ext cx="12053520" cy="6857640"/>
            <a:chOff x="-14400" y="0"/>
            <a:chExt cx="12053520" cy="6857640"/>
          </a:xfrm>
        </p:grpSpPr>
        <p:grpSp>
          <p:nvGrpSpPr>
            <p:cNvPr id="108" name="Group 8"/>
            <p:cNvGrpSpPr/>
            <p:nvPr/>
          </p:nvGrpSpPr>
          <p:grpSpPr>
            <a:xfrm>
              <a:off x="-14400" y="0"/>
              <a:ext cx="1220760" cy="6857640"/>
              <a:chOff x="-14400" y="0"/>
              <a:chExt cx="1220760" cy="6857640"/>
            </a:xfrm>
          </p:grpSpPr>
          <p:sp>
            <p:nvSpPr>
              <p:cNvPr id="109"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10"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11"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12"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13"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14"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15"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16"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17"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18"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19"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20"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121"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22"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23"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24"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25"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26"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27"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28"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29"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30"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31"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32"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33"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34"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35"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136" name="Group 9"/>
            <p:cNvGrpSpPr/>
            <p:nvPr/>
          </p:nvGrpSpPr>
          <p:grpSpPr>
            <a:xfrm>
              <a:off x="11364840" y="0"/>
              <a:ext cx="674280" cy="6848280"/>
              <a:chOff x="11364840" y="0"/>
              <a:chExt cx="674280" cy="6848280"/>
            </a:xfrm>
          </p:grpSpPr>
          <p:sp>
            <p:nvSpPr>
              <p:cNvPr id="137"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38"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39"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40"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41"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42"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43"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44"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45"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46"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147" name="PlaceHolder 1"/>
          <p:cNvSpPr>
            <a:spLocks noGrp="1"/>
          </p:cNvSpPr>
          <p:nvPr>
            <p:ph type="title"/>
          </p:nvPr>
        </p:nvSpPr>
        <p:spPr>
          <a:xfrm>
            <a:off x="1141560" y="4304520"/>
            <a:ext cx="9911880" cy="819000"/>
          </a:xfrm>
          <a:prstGeom prst="rect">
            <a:avLst/>
          </a:prstGeom>
          <a:noFill/>
          <a:ln w="0">
            <a:noFill/>
          </a:ln>
        </p:spPr>
        <p:txBody>
          <a:bodyPr lIns="91440" rIns="91440" tIns="45720" bIns="45720" anchor="b">
            <a:normAutofit/>
          </a:bodyPr>
          <a:p>
            <a:pPr indent="0" defTabSz="914400">
              <a:lnSpc>
                <a:spcPct val="90000"/>
              </a:lnSpc>
              <a:buNone/>
            </a:pPr>
            <a:r>
              <a:rPr b="0" lang="en-US" sz="3200" strike="noStrike" u="none" cap="all">
                <a:solidFill>
                  <a:schemeClr val="lt1"/>
                </a:solidFill>
                <a:effectLst/>
                <a:uFillTx/>
                <a:latin typeface="Tw Cen MT"/>
              </a:rPr>
              <a:t>Click to edit Master title style</a:t>
            </a:r>
            <a:endParaRPr b="0" lang="en-US" sz="3200" strike="noStrike" u="none">
              <a:solidFill>
                <a:schemeClr val="lt1"/>
              </a:solidFill>
              <a:effectLst/>
              <a:uFillTx/>
              <a:latin typeface="Tw Cen MT"/>
            </a:endParaRPr>
          </a:p>
        </p:txBody>
      </p:sp>
      <p:sp>
        <p:nvSpPr>
          <p:cNvPr id="148" name="PlaceHolder 2"/>
          <p:cNvSpPr>
            <a:spLocks noGrp="1"/>
          </p:cNvSpPr>
          <p:nvPr>
            <p:ph type="body"/>
          </p:nvPr>
        </p:nvSpPr>
        <p:spPr>
          <a:xfrm>
            <a:off x="1141560" y="606600"/>
            <a:ext cx="9911880" cy="3299400"/>
          </a:xfrm>
          <a:prstGeom prst="rect">
            <a:avLst/>
          </a:prstGeom>
          <a:noFill/>
          <a:ln cap="sq" w="19080">
            <a:solidFill>
              <a:schemeClr val="dk2">
                <a:lumMod val="60000"/>
                <a:lumOff val="40000"/>
                <a:alpha val="60000"/>
              </a:schemeClr>
            </a:solidFill>
            <a:miter/>
          </a:ln>
          <a:effectLst>
            <a:outerShdw dist="38160" dir="5400000" blurRad="88920" rotWithShape="0">
              <a:srgbClr val="000000">
                <a:alpha val="40000"/>
              </a:srgbClr>
            </a:outerShdw>
          </a:effectLst>
        </p:spPr>
        <p:txBody>
          <a:bodyPr lIns="91440" rIns="91440" tIns="45720" bIns="45720" anchor="t">
            <a:normAutofit/>
          </a:bodyPr>
          <a:p>
            <a:pPr indent="0" defTabSz="457200">
              <a:lnSpc>
                <a:spcPct val="100000"/>
              </a:lnSpc>
              <a:buNone/>
              <a:tabLst>
                <a:tab algn="l" pos="0"/>
              </a:tabLst>
            </a:pPr>
            <a:r>
              <a:rPr b="0" lang="en-US" sz="3200" strike="noStrike" u="none">
                <a:solidFill>
                  <a:schemeClr val="lt1"/>
                </a:solidFill>
                <a:effectLst/>
                <a:uFillTx/>
                <a:latin typeface="Tw Cen MT"/>
              </a:rPr>
              <a:t>Click icon to add picture</a:t>
            </a:r>
            <a:endParaRPr b="0" lang="en-US" sz="3200" strike="noStrike" u="none">
              <a:solidFill>
                <a:schemeClr val="lt1"/>
              </a:solidFill>
              <a:effectLst/>
              <a:uFillTx/>
              <a:latin typeface="Tw Cen MT"/>
            </a:endParaRPr>
          </a:p>
        </p:txBody>
      </p:sp>
      <p:sp>
        <p:nvSpPr>
          <p:cNvPr id="149" name="PlaceHolder 3"/>
          <p:cNvSpPr>
            <a:spLocks noGrp="1"/>
          </p:cNvSpPr>
          <p:nvPr>
            <p:ph type="body"/>
          </p:nvPr>
        </p:nvSpPr>
        <p:spPr>
          <a:xfrm>
            <a:off x="1141200" y="5123880"/>
            <a:ext cx="9910440" cy="68220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600" strike="noStrike" u="none">
                <a:solidFill>
                  <a:schemeClr val="lt1"/>
                </a:solidFill>
                <a:effectLst/>
                <a:uFillTx/>
                <a:latin typeface="Tw Cen MT"/>
              </a:rPr>
              <a:t>Click to edit Master text styles</a:t>
            </a:r>
            <a:endParaRPr b="0" lang="en-US" sz="1600" strike="noStrike" u="none">
              <a:solidFill>
                <a:schemeClr val="lt1"/>
              </a:solidFill>
              <a:effectLst/>
              <a:uFillTx/>
              <a:latin typeface="Tw Cen MT"/>
            </a:endParaRPr>
          </a:p>
        </p:txBody>
      </p:sp>
      <p:sp>
        <p:nvSpPr>
          <p:cNvPr id="150" name="PlaceHolder 4"/>
          <p:cNvSpPr>
            <a:spLocks noGrp="1"/>
          </p:cNvSpPr>
          <p:nvPr>
            <p:ph type="dt" idx="4"/>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151" name="PlaceHolder 5"/>
          <p:cNvSpPr>
            <a:spLocks noGrp="1"/>
          </p:cNvSpPr>
          <p:nvPr>
            <p:ph type="ftr" idx="5"/>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152" name="PlaceHolder 6"/>
          <p:cNvSpPr>
            <a:spLocks noGrp="1"/>
          </p:cNvSpPr>
          <p:nvPr>
            <p:ph type="sldNum" idx="6"/>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A68027EA-A94E-4BE4-A456-CF9AAD0E81F5}"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stretch/>
        </a:blipFill>
      </p:bgPr>
    </p:bg>
    <p:spTree>
      <p:nvGrpSpPr>
        <p:cNvPr id="1" name=""/>
        <p:cNvGrpSpPr/>
        <p:nvPr/>
      </p:nvGrpSpPr>
      <p:grpSpPr>
        <a:xfrm>
          <a:off x="0" y="0"/>
          <a:ext cx="0" cy="0"/>
          <a:chOff x="0" y="0"/>
          <a:chExt cx="0" cy="0"/>
        </a:xfrm>
      </p:grpSpPr>
      <p:pic>
        <p:nvPicPr>
          <p:cNvPr id="153"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154" name="Group 7"/>
          <p:cNvGrpSpPr/>
          <p:nvPr/>
        </p:nvGrpSpPr>
        <p:grpSpPr>
          <a:xfrm>
            <a:off x="-14400" y="0"/>
            <a:ext cx="12053520" cy="6857640"/>
            <a:chOff x="-14400" y="0"/>
            <a:chExt cx="12053520" cy="6857640"/>
          </a:xfrm>
        </p:grpSpPr>
        <p:grpSp>
          <p:nvGrpSpPr>
            <p:cNvPr id="155" name="Group 8"/>
            <p:cNvGrpSpPr/>
            <p:nvPr/>
          </p:nvGrpSpPr>
          <p:grpSpPr>
            <a:xfrm>
              <a:off x="-14400" y="0"/>
              <a:ext cx="1220760" cy="6857640"/>
              <a:chOff x="-14400" y="0"/>
              <a:chExt cx="1220760" cy="6857640"/>
            </a:xfrm>
          </p:grpSpPr>
          <p:sp>
            <p:nvSpPr>
              <p:cNvPr id="156"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57"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58"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59"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60"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61"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62"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63"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64"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65"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66"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67"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168"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69"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70"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71"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72"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73"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74"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75"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76"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77"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78"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79"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80"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81"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82"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183" name="Group 9"/>
            <p:cNvGrpSpPr/>
            <p:nvPr/>
          </p:nvGrpSpPr>
          <p:grpSpPr>
            <a:xfrm>
              <a:off x="11364840" y="0"/>
              <a:ext cx="674280" cy="6848280"/>
              <a:chOff x="11364840" y="0"/>
              <a:chExt cx="674280" cy="6848280"/>
            </a:xfrm>
          </p:grpSpPr>
          <p:sp>
            <p:nvSpPr>
              <p:cNvPr id="184"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85"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86"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87"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88"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89"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90"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91"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92"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93"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194" name="PlaceHolder 1"/>
          <p:cNvSpPr>
            <a:spLocks noGrp="1"/>
          </p:cNvSpPr>
          <p:nvPr>
            <p:ph type="title"/>
          </p:nvPr>
        </p:nvSpPr>
        <p:spPr>
          <a:xfrm>
            <a:off x="1141560" y="609480"/>
            <a:ext cx="9905760" cy="3428640"/>
          </a:xfrm>
          <a:prstGeom prst="rect">
            <a:avLst/>
          </a:prstGeom>
          <a:noFill/>
          <a:ln w="0">
            <a:noFill/>
          </a:ln>
        </p:spPr>
        <p:txBody>
          <a:bodyPr lIns="91440" rIns="91440" tIns="45720" bIns="45720" anchor="ctr">
            <a:normAutofit/>
          </a:bodyPr>
          <a:p>
            <a:pPr indent="0" defTabSz="914400">
              <a:lnSpc>
                <a:spcPct val="90000"/>
              </a:lnSpc>
              <a:buNone/>
            </a:pPr>
            <a:r>
              <a:rPr b="0" lang="en-US" sz="3600" strike="noStrike" u="none" cap="all">
                <a:solidFill>
                  <a:schemeClr val="lt1"/>
                </a:solidFill>
                <a:effectLst/>
                <a:uFillTx/>
                <a:latin typeface="Tw Cen MT"/>
              </a:rPr>
              <a:t>Click to edit Master title style</a:t>
            </a:r>
            <a:endParaRPr b="0" lang="en-US" sz="3600" strike="noStrike" u="none">
              <a:solidFill>
                <a:schemeClr val="lt1"/>
              </a:solidFill>
              <a:effectLst/>
              <a:uFillTx/>
              <a:latin typeface="Tw Cen MT"/>
            </a:endParaRPr>
          </a:p>
        </p:txBody>
      </p:sp>
      <p:sp>
        <p:nvSpPr>
          <p:cNvPr id="195" name="PlaceHolder 2"/>
          <p:cNvSpPr>
            <a:spLocks noGrp="1"/>
          </p:cNvSpPr>
          <p:nvPr>
            <p:ph type="body"/>
          </p:nvPr>
        </p:nvSpPr>
        <p:spPr>
          <a:xfrm>
            <a:off x="1141560" y="4419720"/>
            <a:ext cx="9903960" cy="1371240"/>
          </a:xfrm>
          <a:prstGeom prst="rect">
            <a:avLst/>
          </a:prstGeom>
          <a:noFill/>
          <a:ln w="0">
            <a:noFill/>
          </a:ln>
        </p:spPr>
        <p:txBody>
          <a:bodyPr lIns="91440" rIns="91440" tIns="45720" bIns="45720" anchor="ctr">
            <a:normAutofit/>
          </a:bodyPr>
          <a:p>
            <a:pPr indent="0" defTabSz="914400">
              <a:lnSpc>
                <a:spcPct val="120000"/>
              </a:lnSpc>
              <a:spcBef>
                <a:spcPts val="1001"/>
              </a:spcBef>
              <a:buNone/>
              <a:tabLst>
                <a:tab algn="l" pos="0"/>
              </a:tabLst>
            </a:pPr>
            <a:r>
              <a:rPr b="0" lang="en-US" sz="1800" strike="noStrike" u="none">
                <a:solidFill>
                  <a:schemeClr val="lt1"/>
                </a:solidFill>
                <a:effectLst/>
                <a:uFillTx/>
                <a:latin typeface="Tw Cen MT"/>
              </a:rPr>
              <a:t>Click to edit Master text styles</a:t>
            </a:r>
            <a:endParaRPr b="0" lang="en-US" sz="1800" strike="noStrike" u="none">
              <a:solidFill>
                <a:schemeClr val="lt1"/>
              </a:solidFill>
              <a:effectLst/>
              <a:uFillTx/>
              <a:latin typeface="Tw Cen MT"/>
            </a:endParaRPr>
          </a:p>
        </p:txBody>
      </p:sp>
      <p:sp>
        <p:nvSpPr>
          <p:cNvPr id="196" name="PlaceHolder 3"/>
          <p:cNvSpPr>
            <a:spLocks noGrp="1"/>
          </p:cNvSpPr>
          <p:nvPr>
            <p:ph type="dt" idx="7"/>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197" name="PlaceHolder 4"/>
          <p:cNvSpPr>
            <a:spLocks noGrp="1"/>
          </p:cNvSpPr>
          <p:nvPr>
            <p:ph type="ftr" idx="8"/>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198" name="PlaceHolder 5"/>
          <p:cNvSpPr>
            <a:spLocks noGrp="1"/>
          </p:cNvSpPr>
          <p:nvPr>
            <p:ph type="sldNum" idx="9"/>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6C1D818B-0473-43F1-8359-6EDA409B2EB1}"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stretch/>
        </a:blipFill>
      </p:bgPr>
    </p:bg>
    <p:spTree>
      <p:nvGrpSpPr>
        <p:cNvPr id="1" name=""/>
        <p:cNvGrpSpPr/>
        <p:nvPr/>
      </p:nvGrpSpPr>
      <p:grpSpPr>
        <a:xfrm>
          <a:off x="0" y="0"/>
          <a:ext cx="0" cy="0"/>
          <a:chOff x="0" y="0"/>
          <a:chExt cx="0" cy="0"/>
        </a:xfrm>
      </p:grpSpPr>
      <p:pic>
        <p:nvPicPr>
          <p:cNvPr id="199"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200" name="Group 7"/>
          <p:cNvGrpSpPr/>
          <p:nvPr/>
        </p:nvGrpSpPr>
        <p:grpSpPr>
          <a:xfrm>
            <a:off x="-14400" y="0"/>
            <a:ext cx="12053520" cy="6857640"/>
            <a:chOff x="-14400" y="0"/>
            <a:chExt cx="12053520" cy="6857640"/>
          </a:xfrm>
        </p:grpSpPr>
        <p:grpSp>
          <p:nvGrpSpPr>
            <p:cNvPr id="201" name="Group 8"/>
            <p:cNvGrpSpPr/>
            <p:nvPr/>
          </p:nvGrpSpPr>
          <p:grpSpPr>
            <a:xfrm>
              <a:off x="-14400" y="0"/>
              <a:ext cx="1220760" cy="6857640"/>
              <a:chOff x="-14400" y="0"/>
              <a:chExt cx="1220760" cy="6857640"/>
            </a:xfrm>
          </p:grpSpPr>
          <p:sp>
            <p:nvSpPr>
              <p:cNvPr id="202"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03"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04"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05"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06"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07"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08"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09"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10"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11"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12"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13"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214"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15"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16"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17"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18"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19"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20"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21"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22"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23"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24"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25"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26"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27"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28"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229" name="Group 9"/>
            <p:cNvGrpSpPr/>
            <p:nvPr/>
          </p:nvGrpSpPr>
          <p:grpSpPr>
            <a:xfrm>
              <a:off x="11364840" y="0"/>
              <a:ext cx="674280" cy="6848280"/>
              <a:chOff x="11364840" y="0"/>
              <a:chExt cx="674280" cy="6848280"/>
            </a:xfrm>
          </p:grpSpPr>
          <p:sp>
            <p:nvSpPr>
              <p:cNvPr id="230"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31"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32"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33"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34"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35"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36"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37"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38"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39"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240" name="PlaceHolder 1"/>
          <p:cNvSpPr>
            <a:spLocks noGrp="1"/>
          </p:cNvSpPr>
          <p:nvPr>
            <p:ph type="title"/>
          </p:nvPr>
        </p:nvSpPr>
        <p:spPr>
          <a:xfrm>
            <a:off x="1446120" y="609480"/>
            <a:ext cx="9302400" cy="2748240"/>
          </a:xfrm>
          <a:prstGeom prst="rect">
            <a:avLst/>
          </a:prstGeom>
          <a:noFill/>
          <a:ln w="0">
            <a:noFill/>
          </a:ln>
        </p:spPr>
        <p:txBody>
          <a:bodyPr lIns="91440" rIns="91440" tIns="45720" bIns="45720" anchor="ctr">
            <a:normAutofit/>
          </a:bodyPr>
          <a:p>
            <a:pPr indent="0" defTabSz="914400">
              <a:lnSpc>
                <a:spcPct val="90000"/>
              </a:lnSpc>
              <a:buNone/>
            </a:pPr>
            <a:r>
              <a:rPr b="0" lang="en-US" sz="3600" strike="noStrike" u="none" cap="all">
                <a:solidFill>
                  <a:schemeClr val="lt1"/>
                </a:solidFill>
                <a:effectLst/>
                <a:uFillTx/>
                <a:latin typeface="Tw Cen MT"/>
              </a:rPr>
              <a:t>Click to edit Master title style</a:t>
            </a:r>
            <a:endParaRPr b="0" lang="en-US" sz="3600" strike="noStrike" u="none">
              <a:solidFill>
                <a:schemeClr val="lt1"/>
              </a:solidFill>
              <a:effectLst/>
              <a:uFillTx/>
              <a:latin typeface="Tw Cen MT"/>
            </a:endParaRPr>
          </a:p>
        </p:txBody>
      </p:sp>
      <p:sp>
        <p:nvSpPr>
          <p:cNvPr id="241" name="PlaceHolder 2"/>
          <p:cNvSpPr>
            <a:spLocks noGrp="1"/>
          </p:cNvSpPr>
          <p:nvPr>
            <p:ph type="body"/>
          </p:nvPr>
        </p:nvSpPr>
        <p:spPr>
          <a:xfrm>
            <a:off x="1720800" y="3365640"/>
            <a:ext cx="8751960" cy="54864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400" strike="noStrike" u="none">
                <a:solidFill>
                  <a:schemeClr val="lt1"/>
                </a:solidFill>
                <a:effectLst/>
                <a:uFillTx/>
                <a:latin typeface="Tw Cen MT"/>
              </a:rPr>
              <a:t>Click to edit Master text styles</a:t>
            </a:r>
            <a:endParaRPr b="0" lang="en-US" sz="1400" strike="noStrike" u="none">
              <a:solidFill>
                <a:schemeClr val="lt1"/>
              </a:solidFill>
              <a:effectLst/>
              <a:uFillTx/>
              <a:latin typeface="Tw Cen MT"/>
            </a:endParaRPr>
          </a:p>
        </p:txBody>
      </p:sp>
      <p:sp>
        <p:nvSpPr>
          <p:cNvPr id="242" name="PlaceHolder 3"/>
          <p:cNvSpPr>
            <a:spLocks noGrp="1"/>
          </p:cNvSpPr>
          <p:nvPr>
            <p:ph type="body"/>
          </p:nvPr>
        </p:nvSpPr>
        <p:spPr>
          <a:xfrm>
            <a:off x="1141560" y="4309920"/>
            <a:ext cx="9905760" cy="1488960"/>
          </a:xfrm>
          <a:prstGeom prst="rect">
            <a:avLst/>
          </a:prstGeom>
          <a:noFill/>
          <a:ln w="0">
            <a:noFill/>
          </a:ln>
        </p:spPr>
        <p:txBody>
          <a:bodyPr lIns="91440" rIns="91440" tIns="45720" bIns="45720" anchor="ctr">
            <a:normAutofit/>
          </a:bodyPr>
          <a:p>
            <a:pPr indent="0" defTabSz="914400">
              <a:lnSpc>
                <a:spcPct val="120000"/>
              </a:lnSpc>
              <a:spcBef>
                <a:spcPts val="1001"/>
              </a:spcBef>
              <a:buNone/>
              <a:tabLst>
                <a:tab algn="l" pos="0"/>
              </a:tabLst>
            </a:pPr>
            <a:r>
              <a:rPr b="0" lang="en-US" sz="1800" strike="noStrike" u="none">
                <a:solidFill>
                  <a:schemeClr val="lt1"/>
                </a:solidFill>
                <a:effectLst/>
                <a:uFillTx/>
                <a:latin typeface="Tw Cen MT"/>
              </a:rPr>
              <a:t>Click to edit Master text styles</a:t>
            </a:r>
            <a:endParaRPr b="0" lang="en-US" sz="1800" strike="noStrike" u="none">
              <a:solidFill>
                <a:schemeClr val="lt1"/>
              </a:solidFill>
              <a:effectLst/>
              <a:uFillTx/>
              <a:latin typeface="Tw Cen MT"/>
            </a:endParaRPr>
          </a:p>
        </p:txBody>
      </p:sp>
      <p:sp>
        <p:nvSpPr>
          <p:cNvPr id="243" name="PlaceHolder 4"/>
          <p:cNvSpPr>
            <a:spLocks noGrp="1"/>
          </p:cNvSpPr>
          <p:nvPr>
            <p:ph type="dt" idx="10"/>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244" name="PlaceHolder 5"/>
          <p:cNvSpPr>
            <a:spLocks noGrp="1"/>
          </p:cNvSpPr>
          <p:nvPr>
            <p:ph type="ftr" idx="11"/>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245" name="PlaceHolder 6"/>
          <p:cNvSpPr>
            <a:spLocks noGrp="1"/>
          </p:cNvSpPr>
          <p:nvPr>
            <p:ph type="sldNum" idx="12"/>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98AE11A4-2264-4524-BE3D-B27044E251A0}"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
        <p:nvSpPr>
          <p:cNvPr id="246" name="TextBox 59"/>
          <p:cNvSpPr/>
          <p:nvPr/>
        </p:nvSpPr>
        <p:spPr>
          <a:xfrm>
            <a:off x="903600" y="732240"/>
            <a:ext cx="609120" cy="584280"/>
          </a:xfrm>
          <a:prstGeom prst="rect">
            <a:avLst/>
          </a:prstGeom>
          <a:noFill/>
          <a:ln w="0">
            <a:noFill/>
          </a:ln>
        </p:spPr>
        <p:style>
          <a:lnRef idx="0"/>
          <a:fillRef idx="0"/>
          <a:effectRef idx="0"/>
          <a:fontRef idx="minor"/>
        </p:style>
        <p:txBody>
          <a:bodyPr anchor="ctr">
            <a:noAutofit/>
          </a:bodyPr>
          <a:p>
            <a:pPr algn="r" defTabSz="457200">
              <a:lnSpc>
                <a:spcPct val="100000"/>
              </a:lnSpc>
            </a:pPr>
            <a:r>
              <a:rPr b="0" lang="en-US" sz="8000" strike="noStrike" u="none" cap="all">
                <a:solidFill>
                  <a:schemeClr val="lt1"/>
                </a:solidFill>
                <a:effectLst/>
                <a:uFillTx/>
                <a:latin typeface="Tw Cen MT"/>
              </a:rPr>
              <a:t>“</a:t>
            </a:r>
            <a:endParaRPr b="0" lang="en-GB" sz="8000" strike="noStrike" u="none">
              <a:solidFill>
                <a:srgbClr val="ffffff"/>
              </a:solidFill>
              <a:effectLst/>
              <a:uFillTx/>
              <a:latin typeface="Arial"/>
            </a:endParaRPr>
          </a:p>
        </p:txBody>
      </p:sp>
      <p:sp>
        <p:nvSpPr>
          <p:cNvPr id="247" name="TextBox 60"/>
          <p:cNvSpPr/>
          <p:nvPr/>
        </p:nvSpPr>
        <p:spPr>
          <a:xfrm>
            <a:off x="10537200" y="2764800"/>
            <a:ext cx="609120" cy="584280"/>
          </a:xfrm>
          <a:prstGeom prst="rect">
            <a:avLst/>
          </a:prstGeom>
          <a:noFill/>
          <a:ln w="0">
            <a:noFill/>
          </a:ln>
        </p:spPr>
        <p:style>
          <a:lnRef idx="0"/>
          <a:fillRef idx="0"/>
          <a:effectRef idx="0"/>
          <a:fontRef idx="minor"/>
        </p:style>
        <p:txBody>
          <a:bodyPr anchor="ctr">
            <a:noAutofit/>
          </a:bodyPr>
          <a:p>
            <a:pPr algn="r" defTabSz="457200">
              <a:lnSpc>
                <a:spcPct val="100000"/>
              </a:lnSpc>
            </a:pPr>
            <a:r>
              <a:rPr b="0" lang="en-US" sz="8000" strike="noStrike" u="none" cap="all">
                <a:solidFill>
                  <a:schemeClr val="lt1"/>
                </a:solidFill>
                <a:effectLst/>
                <a:uFillTx/>
                <a:latin typeface="Tw Cen MT"/>
              </a:rPr>
              <a:t>”</a:t>
            </a:r>
            <a:endParaRPr b="0" lang="en-GB" sz="8000" strike="noStrike" u="none">
              <a:solidFill>
                <a:srgbClr val="ffffff"/>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stretch/>
        </a:blipFill>
      </p:bgPr>
    </p:bg>
    <p:spTree>
      <p:nvGrpSpPr>
        <p:cNvPr id="1" name=""/>
        <p:cNvGrpSpPr/>
        <p:nvPr/>
      </p:nvGrpSpPr>
      <p:grpSpPr>
        <a:xfrm>
          <a:off x="0" y="0"/>
          <a:ext cx="0" cy="0"/>
          <a:chOff x="0" y="0"/>
          <a:chExt cx="0" cy="0"/>
        </a:xfrm>
      </p:grpSpPr>
      <p:pic>
        <p:nvPicPr>
          <p:cNvPr id="248"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249" name="Group 7"/>
          <p:cNvGrpSpPr/>
          <p:nvPr/>
        </p:nvGrpSpPr>
        <p:grpSpPr>
          <a:xfrm>
            <a:off x="-14400" y="0"/>
            <a:ext cx="12053520" cy="6857640"/>
            <a:chOff x="-14400" y="0"/>
            <a:chExt cx="12053520" cy="6857640"/>
          </a:xfrm>
        </p:grpSpPr>
        <p:grpSp>
          <p:nvGrpSpPr>
            <p:cNvPr id="250" name="Group 8"/>
            <p:cNvGrpSpPr/>
            <p:nvPr/>
          </p:nvGrpSpPr>
          <p:grpSpPr>
            <a:xfrm>
              <a:off x="-14400" y="0"/>
              <a:ext cx="1220760" cy="6857640"/>
              <a:chOff x="-14400" y="0"/>
              <a:chExt cx="1220760" cy="6857640"/>
            </a:xfrm>
          </p:grpSpPr>
          <p:sp>
            <p:nvSpPr>
              <p:cNvPr id="251"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52"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53"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54"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55"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56"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57"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58"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59"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60"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61"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62"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263"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64"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65"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66"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67"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68"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69"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70"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71"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72"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73"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74"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75"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76"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77"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278" name="Group 9"/>
            <p:cNvGrpSpPr/>
            <p:nvPr/>
          </p:nvGrpSpPr>
          <p:grpSpPr>
            <a:xfrm>
              <a:off x="11364840" y="0"/>
              <a:ext cx="674280" cy="6848280"/>
              <a:chOff x="11364840" y="0"/>
              <a:chExt cx="674280" cy="6848280"/>
            </a:xfrm>
          </p:grpSpPr>
          <p:sp>
            <p:nvSpPr>
              <p:cNvPr id="279"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80"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81"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82"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83"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84"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85"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86"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87"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88"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289" name="PlaceHolder 1"/>
          <p:cNvSpPr>
            <a:spLocks noGrp="1"/>
          </p:cNvSpPr>
          <p:nvPr>
            <p:ph type="title"/>
          </p:nvPr>
        </p:nvSpPr>
        <p:spPr>
          <a:xfrm>
            <a:off x="1141560" y="2134080"/>
            <a:ext cx="9905760" cy="2511360"/>
          </a:xfrm>
          <a:prstGeom prst="rect">
            <a:avLst/>
          </a:prstGeom>
          <a:noFill/>
          <a:ln w="0">
            <a:noFill/>
          </a:ln>
        </p:spPr>
        <p:txBody>
          <a:bodyPr lIns="91440" rIns="91440" tIns="45720" bIns="45720" anchor="b">
            <a:normAutofit/>
          </a:bodyPr>
          <a:p>
            <a:pPr indent="0" defTabSz="914400">
              <a:lnSpc>
                <a:spcPct val="90000"/>
              </a:lnSpc>
              <a:buNone/>
            </a:pPr>
            <a:r>
              <a:rPr b="0" lang="en-US" sz="3600" strike="noStrike" u="none" cap="all">
                <a:solidFill>
                  <a:schemeClr val="lt1"/>
                </a:solidFill>
                <a:effectLst/>
                <a:uFillTx/>
                <a:latin typeface="Tw Cen MT"/>
              </a:rPr>
              <a:t>Click to edit Master title style</a:t>
            </a:r>
            <a:endParaRPr b="0" lang="en-US" sz="3600" strike="noStrike" u="none">
              <a:solidFill>
                <a:schemeClr val="lt1"/>
              </a:solidFill>
              <a:effectLst/>
              <a:uFillTx/>
              <a:latin typeface="Tw Cen MT"/>
            </a:endParaRPr>
          </a:p>
        </p:txBody>
      </p:sp>
      <p:sp>
        <p:nvSpPr>
          <p:cNvPr id="290" name="PlaceHolder 2"/>
          <p:cNvSpPr>
            <a:spLocks noGrp="1"/>
          </p:cNvSpPr>
          <p:nvPr>
            <p:ph type="body"/>
          </p:nvPr>
        </p:nvSpPr>
        <p:spPr>
          <a:xfrm>
            <a:off x="1141200" y="4657680"/>
            <a:ext cx="9904320" cy="114012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800" strike="noStrike" u="none">
                <a:solidFill>
                  <a:schemeClr val="lt1"/>
                </a:solidFill>
                <a:effectLst/>
                <a:uFillTx/>
                <a:latin typeface="Tw Cen MT"/>
              </a:rPr>
              <a:t>Click to edit Master text styles</a:t>
            </a:r>
            <a:endParaRPr b="0" lang="en-US" sz="1800" strike="noStrike" u="none">
              <a:solidFill>
                <a:schemeClr val="lt1"/>
              </a:solidFill>
              <a:effectLst/>
              <a:uFillTx/>
              <a:latin typeface="Tw Cen MT"/>
            </a:endParaRPr>
          </a:p>
        </p:txBody>
      </p:sp>
      <p:sp>
        <p:nvSpPr>
          <p:cNvPr id="291" name="PlaceHolder 3"/>
          <p:cNvSpPr>
            <a:spLocks noGrp="1"/>
          </p:cNvSpPr>
          <p:nvPr>
            <p:ph type="dt" idx="13"/>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292" name="PlaceHolder 4"/>
          <p:cNvSpPr>
            <a:spLocks noGrp="1"/>
          </p:cNvSpPr>
          <p:nvPr>
            <p:ph type="ftr" idx="14"/>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293" name="PlaceHolder 5"/>
          <p:cNvSpPr>
            <a:spLocks noGrp="1"/>
          </p:cNvSpPr>
          <p:nvPr>
            <p:ph type="sldNum" idx="15"/>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A6FF8619-D667-4AB9-B325-4DD533F330F2}"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Column">
    <p:bg>
      <p:bgPr>
        <a:blipFill rotWithShape="0">
          <a:blip r:embed="rId2"/>
          <a:stretch/>
        </a:blipFill>
      </p:bgPr>
    </p:bg>
    <p:spTree>
      <p:nvGrpSpPr>
        <p:cNvPr id="1" name=""/>
        <p:cNvGrpSpPr/>
        <p:nvPr/>
      </p:nvGrpSpPr>
      <p:grpSpPr>
        <a:xfrm>
          <a:off x="0" y="0"/>
          <a:ext cx="0" cy="0"/>
          <a:chOff x="0" y="0"/>
          <a:chExt cx="0" cy="0"/>
        </a:xfrm>
      </p:grpSpPr>
      <p:pic>
        <p:nvPicPr>
          <p:cNvPr id="294"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295" name="Group 7"/>
          <p:cNvGrpSpPr/>
          <p:nvPr/>
        </p:nvGrpSpPr>
        <p:grpSpPr>
          <a:xfrm>
            <a:off x="-14400" y="0"/>
            <a:ext cx="12053520" cy="6857640"/>
            <a:chOff x="-14400" y="0"/>
            <a:chExt cx="12053520" cy="6857640"/>
          </a:xfrm>
        </p:grpSpPr>
        <p:grpSp>
          <p:nvGrpSpPr>
            <p:cNvPr id="296" name="Group 8"/>
            <p:cNvGrpSpPr/>
            <p:nvPr/>
          </p:nvGrpSpPr>
          <p:grpSpPr>
            <a:xfrm>
              <a:off x="-14400" y="0"/>
              <a:ext cx="1220760" cy="6857640"/>
              <a:chOff x="-14400" y="0"/>
              <a:chExt cx="1220760" cy="6857640"/>
            </a:xfrm>
          </p:grpSpPr>
          <p:sp>
            <p:nvSpPr>
              <p:cNvPr id="297"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98"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99"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00"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01"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02"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03"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04"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05"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06"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07"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08"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309"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10"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11"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12"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13"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14"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15"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16"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17"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18"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19"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20"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21"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22"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23"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324" name="Group 9"/>
            <p:cNvGrpSpPr/>
            <p:nvPr/>
          </p:nvGrpSpPr>
          <p:grpSpPr>
            <a:xfrm>
              <a:off x="11364840" y="0"/>
              <a:ext cx="674280" cy="6848280"/>
              <a:chOff x="11364840" y="0"/>
              <a:chExt cx="674280" cy="6848280"/>
            </a:xfrm>
          </p:grpSpPr>
          <p:sp>
            <p:nvSpPr>
              <p:cNvPr id="325"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26"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27"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28"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29"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30"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31"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32"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33"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34"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335" name="PlaceHolder 1"/>
          <p:cNvSpPr>
            <a:spLocks noGrp="1"/>
          </p:cNvSpPr>
          <p:nvPr>
            <p:ph type="title"/>
          </p:nvPr>
        </p:nvSpPr>
        <p:spPr>
          <a:xfrm>
            <a:off x="1141560" y="609480"/>
            <a:ext cx="9905760" cy="1904760"/>
          </a:xfrm>
          <a:prstGeom prst="rect">
            <a:avLst/>
          </a:prstGeom>
          <a:noFill/>
          <a:ln w="0">
            <a:noFill/>
          </a:ln>
        </p:spPr>
        <p:txBody>
          <a:bodyPr lIns="91440" rIns="91440" tIns="45720" bIns="45720" anchor="ctr">
            <a:noAutofit/>
          </a:bodyPr>
          <a:p>
            <a:pPr indent="0" defTabSz="914400">
              <a:lnSpc>
                <a:spcPct val="90000"/>
              </a:lnSpc>
              <a:buNone/>
            </a:pPr>
            <a:r>
              <a:rPr b="0" lang="en-US" sz="3600" strike="noStrike" u="none" cap="all">
                <a:solidFill>
                  <a:schemeClr val="lt1"/>
                </a:solidFill>
                <a:effectLst/>
                <a:uFillTx/>
                <a:latin typeface="Tw Cen MT"/>
              </a:rPr>
              <a:t>Click to edit Master title style</a:t>
            </a:r>
            <a:endParaRPr b="0" lang="en-US" sz="3600" strike="noStrike" u="none">
              <a:solidFill>
                <a:schemeClr val="lt1"/>
              </a:solidFill>
              <a:effectLst/>
              <a:uFillTx/>
              <a:latin typeface="Tw Cen MT"/>
            </a:endParaRPr>
          </a:p>
        </p:txBody>
      </p:sp>
      <p:sp>
        <p:nvSpPr>
          <p:cNvPr id="336" name="PlaceHolder 2"/>
          <p:cNvSpPr>
            <a:spLocks noGrp="1"/>
          </p:cNvSpPr>
          <p:nvPr>
            <p:ph type="body"/>
          </p:nvPr>
        </p:nvSpPr>
        <p:spPr>
          <a:xfrm>
            <a:off x="1141560" y="2674440"/>
            <a:ext cx="3196440" cy="68544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trike="noStrike" u="none" cap="all">
                <a:solidFill>
                  <a:schemeClr val="lt1"/>
                </a:solidFill>
                <a:effectLst/>
                <a:uFillTx/>
                <a:latin typeface="Tw Cen MT"/>
              </a:rPr>
              <a:t>Click to edit Master text styles</a:t>
            </a:r>
            <a:endParaRPr b="0" lang="en-US" sz="2400" strike="noStrike" u="none">
              <a:solidFill>
                <a:schemeClr val="lt1"/>
              </a:solidFill>
              <a:effectLst/>
              <a:uFillTx/>
              <a:latin typeface="Tw Cen MT"/>
            </a:endParaRPr>
          </a:p>
        </p:txBody>
      </p:sp>
      <p:sp>
        <p:nvSpPr>
          <p:cNvPr id="337" name="PlaceHolder 3"/>
          <p:cNvSpPr>
            <a:spLocks noGrp="1"/>
          </p:cNvSpPr>
          <p:nvPr>
            <p:ph type="body"/>
          </p:nvPr>
        </p:nvSpPr>
        <p:spPr>
          <a:xfrm>
            <a:off x="1127880" y="3360240"/>
            <a:ext cx="3208320" cy="243072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400" strike="noStrike" u="none">
                <a:solidFill>
                  <a:schemeClr val="lt1"/>
                </a:solidFill>
                <a:effectLst/>
                <a:uFillTx/>
                <a:latin typeface="Tw Cen MT"/>
              </a:rPr>
              <a:t>Click to edit Master text styles</a:t>
            </a:r>
            <a:endParaRPr b="0" lang="en-US" sz="1400" strike="noStrike" u="none">
              <a:solidFill>
                <a:schemeClr val="lt1"/>
              </a:solidFill>
              <a:effectLst/>
              <a:uFillTx/>
              <a:latin typeface="Tw Cen MT"/>
            </a:endParaRPr>
          </a:p>
        </p:txBody>
      </p:sp>
      <p:sp>
        <p:nvSpPr>
          <p:cNvPr id="338" name="PlaceHolder 4"/>
          <p:cNvSpPr>
            <a:spLocks noGrp="1"/>
          </p:cNvSpPr>
          <p:nvPr>
            <p:ph type="body"/>
          </p:nvPr>
        </p:nvSpPr>
        <p:spPr>
          <a:xfrm>
            <a:off x="4514760" y="2677680"/>
            <a:ext cx="3184200" cy="68544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trike="noStrike" u="none" cap="all">
                <a:solidFill>
                  <a:schemeClr val="lt1"/>
                </a:solidFill>
                <a:effectLst/>
                <a:uFillTx/>
                <a:latin typeface="Tw Cen MT"/>
              </a:rPr>
              <a:t>Click to edit Master text styles</a:t>
            </a:r>
            <a:endParaRPr b="0" lang="en-US" sz="2400" strike="noStrike" u="none">
              <a:solidFill>
                <a:schemeClr val="lt1"/>
              </a:solidFill>
              <a:effectLst/>
              <a:uFillTx/>
              <a:latin typeface="Tw Cen MT"/>
            </a:endParaRPr>
          </a:p>
        </p:txBody>
      </p:sp>
      <p:sp>
        <p:nvSpPr>
          <p:cNvPr id="339" name="PlaceHolder 5"/>
          <p:cNvSpPr>
            <a:spLocks noGrp="1"/>
          </p:cNvSpPr>
          <p:nvPr>
            <p:ph type="body"/>
          </p:nvPr>
        </p:nvSpPr>
        <p:spPr>
          <a:xfrm>
            <a:off x="4504320" y="3363480"/>
            <a:ext cx="3195360" cy="243072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400" strike="noStrike" u="none">
                <a:solidFill>
                  <a:schemeClr val="lt1"/>
                </a:solidFill>
                <a:effectLst/>
                <a:uFillTx/>
                <a:latin typeface="Tw Cen MT"/>
              </a:rPr>
              <a:t>Click to edit Master text styles</a:t>
            </a:r>
            <a:endParaRPr b="0" lang="en-US" sz="1400" strike="noStrike" u="none">
              <a:solidFill>
                <a:schemeClr val="lt1"/>
              </a:solidFill>
              <a:effectLst/>
              <a:uFillTx/>
              <a:latin typeface="Tw Cen MT"/>
            </a:endParaRPr>
          </a:p>
        </p:txBody>
      </p:sp>
      <p:sp>
        <p:nvSpPr>
          <p:cNvPr id="340" name="PlaceHolder 6"/>
          <p:cNvSpPr>
            <a:spLocks noGrp="1"/>
          </p:cNvSpPr>
          <p:nvPr>
            <p:ph type="body"/>
          </p:nvPr>
        </p:nvSpPr>
        <p:spPr>
          <a:xfrm>
            <a:off x="7852320" y="2674440"/>
            <a:ext cx="3194640" cy="68544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trike="noStrike" u="none" cap="all">
                <a:solidFill>
                  <a:schemeClr val="lt1"/>
                </a:solidFill>
                <a:effectLst/>
                <a:uFillTx/>
                <a:latin typeface="Tw Cen MT"/>
              </a:rPr>
              <a:t>Click to edit Master text styles</a:t>
            </a:r>
            <a:endParaRPr b="0" lang="en-US" sz="2400" strike="noStrike" u="none">
              <a:solidFill>
                <a:schemeClr val="lt1"/>
              </a:solidFill>
              <a:effectLst/>
              <a:uFillTx/>
              <a:latin typeface="Tw Cen MT"/>
            </a:endParaRPr>
          </a:p>
        </p:txBody>
      </p:sp>
      <p:sp>
        <p:nvSpPr>
          <p:cNvPr id="341" name="PlaceHolder 7"/>
          <p:cNvSpPr>
            <a:spLocks noGrp="1"/>
          </p:cNvSpPr>
          <p:nvPr>
            <p:ph type="body"/>
          </p:nvPr>
        </p:nvSpPr>
        <p:spPr>
          <a:xfrm>
            <a:off x="7852320" y="3360240"/>
            <a:ext cx="3194640" cy="243072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400" strike="noStrike" u="none">
                <a:solidFill>
                  <a:schemeClr val="lt1"/>
                </a:solidFill>
                <a:effectLst/>
                <a:uFillTx/>
                <a:latin typeface="Tw Cen MT"/>
              </a:rPr>
              <a:t>Click to edit Master text styles</a:t>
            </a:r>
            <a:endParaRPr b="0" lang="en-US" sz="1400" strike="noStrike" u="none">
              <a:solidFill>
                <a:schemeClr val="lt1"/>
              </a:solidFill>
              <a:effectLst/>
              <a:uFillTx/>
              <a:latin typeface="Tw Cen MT"/>
            </a:endParaRPr>
          </a:p>
        </p:txBody>
      </p:sp>
      <p:sp>
        <p:nvSpPr>
          <p:cNvPr id="342" name="PlaceHolder 8"/>
          <p:cNvSpPr>
            <a:spLocks noGrp="1"/>
          </p:cNvSpPr>
          <p:nvPr>
            <p:ph type="dt" idx="16"/>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343" name="PlaceHolder 9"/>
          <p:cNvSpPr>
            <a:spLocks noGrp="1"/>
          </p:cNvSpPr>
          <p:nvPr>
            <p:ph type="ftr" idx="17"/>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344" name="PlaceHolder 10"/>
          <p:cNvSpPr>
            <a:spLocks noGrp="1"/>
          </p:cNvSpPr>
          <p:nvPr>
            <p:ph type="sldNum" idx="18"/>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60FEC710-3014-4224-8C55-87DDEBC5D964}"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Picture Column">
    <p:bg>
      <p:bgPr>
        <a:blipFill rotWithShape="0">
          <a:blip r:embed="rId2"/>
          <a:stretch/>
        </a:blipFill>
      </p:bgPr>
    </p:bg>
    <p:spTree>
      <p:nvGrpSpPr>
        <p:cNvPr id="1" name=""/>
        <p:cNvGrpSpPr/>
        <p:nvPr/>
      </p:nvGrpSpPr>
      <p:grpSpPr>
        <a:xfrm>
          <a:off x="0" y="0"/>
          <a:ext cx="0" cy="0"/>
          <a:chOff x="0" y="0"/>
          <a:chExt cx="0" cy="0"/>
        </a:xfrm>
      </p:grpSpPr>
      <p:pic>
        <p:nvPicPr>
          <p:cNvPr id="345"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346" name="Group 7"/>
          <p:cNvGrpSpPr/>
          <p:nvPr/>
        </p:nvGrpSpPr>
        <p:grpSpPr>
          <a:xfrm>
            <a:off x="-14400" y="0"/>
            <a:ext cx="12053520" cy="6857640"/>
            <a:chOff x="-14400" y="0"/>
            <a:chExt cx="12053520" cy="6857640"/>
          </a:xfrm>
        </p:grpSpPr>
        <p:grpSp>
          <p:nvGrpSpPr>
            <p:cNvPr id="347" name="Group 8"/>
            <p:cNvGrpSpPr/>
            <p:nvPr/>
          </p:nvGrpSpPr>
          <p:grpSpPr>
            <a:xfrm>
              <a:off x="-14400" y="0"/>
              <a:ext cx="1220760" cy="6857640"/>
              <a:chOff x="-14400" y="0"/>
              <a:chExt cx="1220760" cy="6857640"/>
            </a:xfrm>
          </p:grpSpPr>
          <p:sp>
            <p:nvSpPr>
              <p:cNvPr id="348"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49"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50"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51"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52"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53"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54"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55"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56"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57"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58"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59"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360"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61"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62"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63"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64"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65"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66"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67"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68"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69"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70"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71"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72"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73"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74"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375" name="Group 9"/>
            <p:cNvGrpSpPr/>
            <p:nvPr/>
          </p:nvGrpSpPr>
          <p:grpSpPr>
            <a:xfrm>
              <a:off x="11364840" y="0"/>
              <a:ext cx="674280" cy="6848280"/>
              <a:chOff x="11364840" y="0"/>
              <a:chExt cx="674280" cy="6848280"/>
            </a:xfrm>
          </p:grpSpPr>
          <p:sp>
            <p:nvSpPr>
              <p:cNvPr id="376"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77"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78"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79"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80"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81"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82"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83"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84"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85"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386" name="PlaceHolder 1"/>
          <p:cNvSpPr>
            <a:spLocks noGrp="1"/>
          </p:cNvSpPr>
          <p:nvPr>
            <p:ph type="title"/>
          </p:nvPr>
        </p:nvSpPr>
        <p:spPr>
          <a:xfrm>
            <a:off x="1141560" y="609480"/>
            <a:ext cx="9905760" cy="1904760"/>
          </a:xfrm>
          <a:prstGeom prst="rect">
            <a:avLst/>
          </a:prstGeom>
          <a:noFill/>
          <a:ln w="0">
            <a:noFill/>
          </a:ln>
        </p:spPr>
        <p:txBody>
          <a:bodyPr lIns="91440" rIns="91440" tIns="45720" bIns="45720" anchor="ctr">
            <a:noAutofit/>
          </a:bodyPr>
          <a:p>
            <a:pPr indent="0" defTabSz="914400">
              <a:lnSpc>
                <a:spcPct val="90000"/>
              </a:lnSpc>
              <a:buNone/>
            </a:pPr>
            <a:r>
              <a:rPr b="0" lang="en-US" sz="3600" strike="noStrike" u="none" cap="all">
                <a:solidFill>
                  <a:schemeClr val="lt1"/>
                </a:solidFill>
                <a:effectLst/>
                <a:uFillTx/>
                <a:latin typeface="Tw Cen MT"/>
              </a:rPr>
              <a:t>Click to edit Master title style</a:t>
            </a:r>
            <a:endParaRPr b="0" lang="en-US" sz="3600" strike="noStrike" u="none">
              <a:solidFill>
                <a:schemeClr val="lt1"/>
              </a:solidFill>
              <a:effectLst/>
              <a:uFillTx/>
              <a:latin typeface="Tw Cen MT"/>
            </a:endParaRPr>
          </a:p>
        </p:txBody>
      </p:sp>
      <p:sp>
        <p:nvSpPr>
          <p:cNvPr id="387" name="PlaceHolder 2"/>
          <p:cNvSpPr>
            <a:spLocks noGrp="1"/>
          </p:cNvSpPr>
          <p:nvPr>
            <p:ph type="body"/>
          </p:nvPr>
        </p:nvSpPr>
        <p:spPr>
          <a:xfrm>
            <a:off x="1141560" y="4404600"/>
            <a:ext cx="3195000" cy="57600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000" strike="noStrike" u="none" cap="all">
                <a:solidFill>
                  <a:schemeClr val="lt1"/>
                </a:solidFill>
                <a:effectLst/>
                <a:uFillTx/>
                <a:latin typeface="Tw Cen MT"/>
              </a:rPr>
              <a:t>Click to edit Master text styles</a:t>
            </a:r>
            <a:endParaRPr b="0" lang="en-US" sz="2000" strike="noStrike" u="none">
              <a:solidFill>
                <a:schemeClr val="lt1"/>
              </a:solidFill>
              <a:effectLst/>
              <a:uFillTx/>
              <a:latin typeface="Tw Cen MT"/>
            </a:endParaRPr>
          </a:p>
        </p:txBody>
      </p:sp>
      <p:sp>
        <p:nvSpPr>
          <p:cNvPr id="388" name="PlaceHolder 3"/>
          <p:cNvSpPr>
            <a:spLocks noGrp="1"/>
          </p:cNvSpPr>
          <p:nvPr>
            <p:ph type="body"/>
          </p:nvPr>
        </p:nvSpPr>
        <p:spPr>
          <a:xfrm>
            <a:off x="1141560" y="2666880"/>
            <a:ext cx="3195000" cy="1523520"/>
          </a:xfrm>
          <a:prstGeom prst="rect">
            <a:avLst/>
          </a:prstGeom>
          <a:noFill/>
          <a:ln cap="sq" w="19080">
            <a:solidFill>
              <a:schemeClr val="dk2">
                <a:lumMod val="60000"/>
                <a:lumOff val="40000"/>
                <a:alpha val="60000"/>
              </a:schemeClr>
            </a:solidFill>
            <a:miter/>
          </a:ln>
          <a:effectLst>
            <a:outerShdw dist="38160" dir="5400000" blurRad="88920" rotWithShape="0">
              <a:srgbClr val="000000">
                <a:alpha val="40000"/>
              </a:srgbClr>
            </a:outerShdw>
          </a:effectLst>
        </p:spPr>
        <p:txBody>
          <a:bodyPr lIns="91440" rIns="91440" tIns="45720" bIns="45720" anchor="t">
            <a:normAutofit/>
          </a:bodyPr>
          <a:p>
            <a:pPr indent="0" defTabSz="457200">
              <a:lnSpc>
                <a:spcPct val="100000"/>
              </a:lnSpc>
              <a:buNone/>
              <a:tabLst>
                <a:tab algn="l" pos="0"/>
              </a:tabLst>
            </a:pPr>
            <a:r>
              <a:rPr b="0" lang="en-US" sz="2000" strike="noStrike" u="none">
                <a:solidFill>
                  <a:schemeClr val="lt1"/>
                </a:solidFill>
                <a:effectLst/>
                <a:uFillTx/>
                <a:latin typeface="Tw Cen MT"/>
              </a:rPr>
              <a:t>Click icon to add picture</a:t>
            </a:r>
            <a:endParaRPr b="0" lang="en-US" sz="2000" strike="noStrike" u="none">
              <a:solidFill>
                <a:schemeClr val="lt1"/>
              </a:solidFill>
              <a:effectLst/>
              <a:uFillTx/>
              <a:latin typeface="Tw Cen MT"/>
            </a:endParaRPr>
          </a:p>
        </p:txBody>
      </p:sp>
      <p:sp>
        <p:nvSpPr>
          <p:cNvPr id="389" name="PlaceHolder 4"/>
          <p:cNvSpPr>
            <a:spLocks noGrp="1"/>
          </p:cNvSpPr>
          <p:nvPr>
            <p:ph type="body"/>
          </p:nvPr>
        </p:nvSpPr>
        <p:spPr>
          <a:xfrm>
            <a:off x="1141560" y="4980960"/>
            <a:ext cx="3195000" cy="81756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400" strike="noStrike" u="none">
                <a:solidFill>
                  <a:schemeClr val="lt1"/>
                </a:solidFill>
                <a:effectLst/>
                <a:uFillTx/>
                <a:latin typeface="Tw Cen MT"/>
              </a:rPr>
              <a:t>Click to edit Master text styles</a:t>
            </a:r>
            <a:endParaRPr b="0" lang="en-US" sz="1400" strike="noStrike" u="none">
              <a:solidFill>
                <a:schemeClr val="lt1"/>
              </a:solidFill>
              <a:effectLst/>
              <a:uFillTx/>
              <a:latin typeface="Tw Cen MT"/>
            </a:endParaRPr>
          </a:p>
        </p:txBody>
      </p:sp>
      <p:sp>
        <p:nvSpPr>
          <p:cNvPr id="390" name="PlaceHolder 5"/>
          <p:cNvSpPr>
            <a:spLocks noGrp="1"/>
          </p:cNvSpPr>
          <p:nvPr>
            <p:ph type="body"/>
          </p:nvPr>
        </p:nvSpPr>
        <p:spPr>
          <a:xfrm>
            <a:off x="4489200" y="4404600"/>
            <a:ext cx="3200040" cy="57600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000" strike="noStrike" u="none" cap="all">
                <a:solidFill>
                  <a:schemeClr val="lt1"/>
                </a:solidFill>
                <a:effectLst/>
                <a:uFillTx/>
                <a:latin typeface="Tw Cen MT"/>
              </a:rPr>
              <a:t>Click to edit Master text styles</a:t>
            </a:r>
            <a:endParaRPr b="0" lang="en-US" sz="2000" strike="noStrike" u="none">
              <a:solidFill>
                <a:schemeClr val="lt1"/>
              </a:solidFill>
              <a:effectLst/>
              <a:uFillTx/>
              <a:latin typeface="Tw Cen MT"/>
            </a:endParaRPr>
          </a:p>
        </p:txBody>
      </p:sp>
      <p:sp>
        <p:nvSpPr>
          <p:cNvPr id="391" name="PlaceHolder 6"/>
          <p:cNvSpPr>
            <a:spLocks noGrp="1"/>
          </p:cNvSpPr>
          <p:nvPr>
            <p:ph type="body"/>
          </p:nvPr>
        </p:nvSpPr>
        <p:spPr>
          <a:xfrm>
            <a:off x="4489200" y="2666880"/>
            <a:ext cx="3198600" cy="1523520"/>
          </a:xfrm>
          <a:prstGeom prst="rect">
            <a:avLst/>
          </a:prstGeom>
          <a:noFill/>
          <a:ln cap="sq" w="19080">
            <a:solidFill>
              <a:schemeClr val="dk2">
                <a:lumMod val="60000"/>
                <a:lumOff val="40000"/>
                <a:alpha val="60000"/>
              </a:schemeClr>
            </a:solidFill>
            <a:miter/>
          </a:ln>
          <a:effectLst>
            <a:outerShdw dist="38160" dir="5400000" blurRad="88920" rotWithShape="0">
              <a:srgbClr val="000000">
                <a:alpha val="40000"/>
              </a:srgbClr>
            </a:outerShdw>
          </a:effectLst>
        </p:spPr>
        <p:txBody>
          <a:bodyPr lIns="91440" rIns="91440" tIns="45720" bIns="45720" anchor="t">
            <a:normAutofit/>
          </a:bodyPr>
          <a:p>
            <a:pPr indent="0" defTabSz="457200">
              <a:lnSpc>
                <a:spcPct val="100000"/>
              </a:lnSpc>
              <a:buNone/>
              <a:tabLst>
                <a:tab algn="l" pos="0"/>
              </a:tabLst>
            </a:pPr>
            <a:r>
              <a:rPr b="0" lang="en-US" sz="2000" strike="noStrike" u="none">
                <a:solidFill>
                  <a:schemeClr val="lt1"/>
                </a:solidFill>
                <a:effectLst/>
                <a:uFillTx/>
                <a:latin typeface="Tw Cen MT"/>
              </a:rPr>
              <a:t>Click icon to add picture</a:t>
            </a:r>
            <a:endParaRPr b="0" lang="en-US" sz="2000" strike="noStrike" u="none">
              <a:solidFill>
                <a:schemeClr val="lt1"/>
              </a:solidFill>
              <a:effectLst/>
              <a:uFillTx/>
              <a:latin typeface="Tw Cen MT"/>
            </a:endParaRPr>
          </a:p>
        </p:txBody>
      </p:sp>
      <p:sp>
        <p:nvSpPr>
          <p:cNvPr id="392" name="PlaceHolder 7"/>
          <p:cNvSpPr>
            <a:spLocks noGrp="1"/>
          </p:cNvSpPr>
          <p:nvPr>
            <p:ph type="body"/>
          </p:nvPr>
        </p:nvSpPr>
        <p:spPr>
          <a:xfrm>
            <a:off x="4487760" y="4980960"/>
            <a:ext cx="3200040" cy="81000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400" strike="noStrike" u="none">
                <a:solidFill>
                  <a:schemeClr val="lt1"/>
                </a:solidFill>
                <a:effectLst/>
                <a:uFillTx/>
                <a:latin typeface="Tw Cen MT"/>
              </a:rPr>
              <a:t>Click to edit Master text styles</a:t>
            </a:r>
            <a:endParaRPr b="0" lang="en-US" sz="1400" strike="noStrike" u="none">
              <a:solidFill>
                <a:schemeClr val="lt1"/>
              </a:solidFill>
              <a:effectLst/>
              <a:uFillTx/>
              <a:latin typeface="Tw Cen MT"/>
            </a:endParaRPr>
          </a:p>
        </p:txBody>
      </p:sp>
      <p:sp>
        <p:nvSpPr>
          <p:cNvPr id="393" name="PlaceHolder 8"/>
          <p:cNvSpPr>
            <a:spLocks noGrp="1"/>
          </p:cNvSpPr>
          <p:nvPr>
            <p:ph type="body"/>
          </p:nvPr>
        </p:nvSpPr>
        <p:spPr>
          <a:xfrm>
            <a:off x="7852680" y="4404600"/>
            <a:ext cx="3190320" cy="57600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000" strike="noStrike" u="none" cap="all">
                <a:solidFill>
                  <a:schemeClr val="lt1"/>
                </a:solidFill>
                <a:effectLst/>
                <a:uFillTx/>
                <a:latin typeface="Tw Cen MT"/>
              </a:rPr>
              <a:t>Click to edit Master text styles</a:t>
            </a:r>
            <a:endParaRPr b="0" lang="en-US" sz="2000" strike="noStrike" u="none">
              <a:solidFill>
                <a:schemeClr val="lt1"/>
              </a:solidFill>
              <a:effectLst/>
              <a:uFillTx/>
              <a:latin typeface="Tw Cen MT"/>
            </a:endParaRPr>
          </a:p>
        </p:txBody>
      </p:sp>
      <p:sp>
        <p:nvSpPr>
          <p:cNvPr id="394" name="PlaceHolder 9"/>
          <p:cNvSpPr>
            <a:spLocks noGrp="1"/>
          </p:cNvSpPr>
          <p:nvPr>
            <p:ph type="body"/>
          </p:nvPr>
        </p:nvSpPr>
        <p:spPr>
          <a:xfrm>
            <a:off x="7852320" y="2666880"/>
            <a:ext cx="3194640" cy="1523520"/>
          </a:xfrm>
          <a:prstGeom prst="rect">
            <a:avLst/>
          </a:prstGeom>
          <a:noFill/>
          <a:ln cap="sq" w="19080">
            <a:solidFill>
              <a:schemeClr val="dk2">
                <a:lumMod val="60000"/>
                <a:lumOff val="40000"/>
                <a:alpha val="60000"/>
              </a:schemeClr>
            </a:solidFill>
            <a:miter/>
          </a:ln>
          <a:effectLst>
            <a:outerShdw dist="38160" dir="5400000" blurRad="88920" rotWithShape="0">
              <a:srgbClr val="000000">
                <a:alpha val="40000"/>
              </a:srgbClr>
            </a:outerShdw>
          </a:effectLst>
        </p:spPr>
        <p:txBody>
          <a:bodyPr lIns="91440" rIns="91440" tIns="45720" bIns="45720" anchor="t">
            <a:normAutofit/>
          </a:bodyPr>
          <a:p>
            <a:pPr indent="0" defTabSz="457200">
              <a:lnSpc>
                <a:spcPct val="100000"/>
              </a:lnSpc>
              <a:buNone/>
              <a:tabLst>
                <a:tab algn="l" pos="0"/>
              </a:tabLst>
            </a:pPr>
            <a:r>
              <a:rPr b="0" lang="en-US" sz="2000" strike="noStrike" u="none">
                <a:solidFill>
                  <a:schemeClr val="lt1"/>
                </a:solidFill>
                <a:effectLst/>
                <a:uFillTx/>
                <a:latin typeface="Tw Cen MT"/>
              </a:rPr>
              <a:t>Click icon to add picture</a:t>
            </a:r>
            <a:endParaRPr b="0" lang="en-US" sz="2000" strike="noStrike" u="none">
              <a:solidFill>
                <a:schemeClr val="lt1"/>
              </a:solidFill>
              <a:effectLst/>
              <a:uFillTx/>
              <a:latin typeface="Tw Cen MT"/>
            </a:endParaRPr>
          </a:p>
        </p:txBody>
      </p:sp>
      <p:sp>
        <p:nvSpPr>
          <p:cNvPr id="395" name="PlaceHolder 10"/>
          <p:cNvSpPr>
            <a:spLocks noGrp="1"/>
          </p:cNvSpPr>
          <p:nvPr>
            <p:ph type="body"/>
          </p:nvPr>
        </p:nvSpPr>
        <p:spPr>
          <a:xfrm>
            <a:off x="7852320" y="4980960"/>
            <a:ext cx="3194640" cy="81000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400" strike="noStrike" u="none">
                <a:solidFill>
                  <a:schemeClr val="lt1"/>
                </a:solidFill>
                <a:effectLst/>
                <a:uFillTx/>
                <a:latin typeface="Tw Cen MT"/>
              </a:rPr>
              <a:t>Click to edit Master text styles</a:t>
            </a:r>
            <a:endParaRPr b="0" lang="en-US" sz="1400" strike="noStrike" u="none">
              <a:solidFill>
                <a:schemeClr val="lt1"/>
              </a:solidFill>
              <a:effectLst/>
              <a:uFillTx/>
              <a:latin typeface="Tw Cen MT"/>
            </a:endParaRPr>
          </a:p>
        </p:txBody>
      </p:sp>
      <p:sp>
        <p:nvSpPr>
          <p:cNvPr id="396" name="PlaceHolder 11"/>
          <p:cNvSpPr>
            <a:spLocks noGrp="1"/>
          </p:cNvSpPr>
          <p:nvPr>
            <p:ph type="dt" idx="19"/>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397" name="PlaceHolder 12"/>
          <p:cNvSpPr>
            <a:spLocks noGrp="1"/>
          </p:cNvSpPr>
          <p:nvPr>
            <p:ph type="ftr" idx="20"/>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398" name="PlaceHolder 13"/>
          <p:cNvSpPr>
            <a:spLocks noGrp="1"/>
          </p:cNvSpPr>
          <p:nvPr>
            <p:ph type="sldNum" idx="21"/>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E6133F84-E7C5-4B2C-AA75-7022388C1B5B}"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stretch/>
        </a:blipFill>
      </p:bgPr>
    </p:bg>
    <p:spTree>
      <p:nvGrpSpPr>
        <p:cNvPr id="1" name=""/>
        <p:cNvGrpSpPr/>
        <p:nvPr/>
      </p:nvGrpSpPr>
      <p:grpSpPr>
        <a:xfrm>
          <a:off x="0" y="0"/>
          <a:ext cx="0" cy="0"/>
          <a:chOff x="0" y="0"/>
          <a:chExt cx="0" cy="0"/>
        </a:xfrm>
      </p:grpSpPr>
      <p:pic>
        <p:nvPicPr>
          <p:cNvPr id="399"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400" name="Group 7"/>
          <p:cNvGrpSpPr/>
          <p:nvPr/>
        </p:nvGrpSpPr>
        <p:grpSpPr>
          <a:xfrm>
            <a:off x="-14400" y="0"/>
            <a:ext cx="12053520" cy="6857640"/>
            <a:chOff x="-14400" y="0"/>
            <a:chExt cx="12053520" cy="6857640"/>
          </a:xfrm>
        </p:grpSpPr>
        <p:grpSp>
          <p:nvGrpSpPr>
            <p:cNvPr id="401" name="Group 8"/>
            <p:cNvGrpSpPr/>
            <p:nvPr/>
          </p:nvGrpSpPr>
          <p:grpSpPr>
            <a:xfrm>
              <a:off x="-14400" y="0"/>
              <a:ext cx="1220760" cy="6857640"/>
              <a:chOff x="-14400" y="0"/>
              <a:chExt cx="1220760" cy="6857640"/>
            </a:xfrm>
          </p:grpSpPr>
          <p:sp>
            <p:nvSpPr>
              <p:cNvPr id="402"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03"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04"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05"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06"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07"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08"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09"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10"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11"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12"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13"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414"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15"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16"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17"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18"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19"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20"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21"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22"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23"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24"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25"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26"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27"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28"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429" name="Group 9"/>
            <p:cNvGrpSpPr/>
            <p:nvPr/>
          </p:nvGrpSpPr>
          <p:grpSpPr>
            <a:xfrm>
              <a:off x="11364840" y="0"/>
              <a:ext cx="674280" cy="6848280"/>
              <a:chOff x="11364840" y="0"/>
              <a:chExt cx="674280" cy="6848280"/>
            </a:xfrm>
          </p:grpSpPr>
          <p:sp>
            <p:nvSpPr>
              <p:cNvPr id="430"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31"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32"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33"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34"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35"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36"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37"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38"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39"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440"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Autofit/>
          </a:bodyPr>
          <a:p>
            <a:pPr indent="0" defTabSz="914400">
              <a:lnSpc>
                <a:spcPct val="90000"/>
              </a:lnSpc>
              <a:buNone/>
            </a:pPr>
            <a:r>
              <a:rPr b="0" lang="en-US" sz="3600" strike="noStrike" u="none" cap="all">
                <a:solidFill>
                  <a:schemeClr val="lt1"/>
                </a:solidFill>
                <a:effectLst/>
                <a:uFillTx/>
                <a:latin typeface="Tw Cen MT"/>
              </a:rPr>
              <a:t>Click to edit Master title style</a:t>
            </a:r>
            <a:endParaRPr b="0" lang="en-US" sz="3600" strike="noStrike" u="none">
              <a:solidFill>
                <a:schemeClr val="lt1"/>
              </a:solidFill>
              <a:effectLst/>
              <a:uFillTx/>
              <a:latin typeface="Tw Cen MT"/>
            </a:endParaRPr>
          </a:p>
        </p:txBody>
      </p:sp>
      <p:sp>
        <p:nvSpPr>
          <p:cNvPr id="441" name="PlaceHolder 2"/>
          <p:cNvSpPr>
            <a:spLocks noGrp="1"/>
          </p:cNvSpPr>
          <p:nvPr>
            <p:ph type="body"/>
          </p:nvPr>
        </p:nvSpPr>
        <p:spPr>
          <a:xfrm>
            <a:off x="1141560" y="2249640"/>
            <a:ext cx="9905760" cy="3541320"/>
          </a:xfrm>
          <a:prstGeom prst="rect">
            <a:avLst/>
          </a:prstGeom>
          <a:noFill/>
          <a:ln w="0">
            <a:noFill/>
          </a:ln>
        </p:spPr>
        <p:txBody>
          <a:bodyPr lIns="91440" rIns="91440" tIns="45720" bIns="45720" anchor="t" vert="eaVert">
            <a:noAutofit/>
          </a:bodyPr>
          <a:p>
            <a:pPr marL="228600" indent="-228600" defTabSz="914400">
              <a:lnSpc>
                <a:spcPct val="120000"/>
              </a:lnSpc>
              <a:spcBef>
                <a:spcPts val="1001"/>
              </a:spcBef>
              <a:buClr>
                <a:srgbClr val="ffffff"/>
              </a:buClr>
              <a:buSzPct val="125000"/>
              <a:buFont typeface="Arial"/>
              <a:buChar char="•"/>
            </a:pPr>
            <a:r>
              <a:rPr b="0" lang="en-US" sz="2400" strike="noStrike" u="none">
                <a:solidFill>
                  <a:schemeClr val="lt1"/>
                </a:solidFill>
                <a:effectLst/>
                <a:uFillTx/>
                <a:latin typeface="Tw Cen MT"/>
              </a:rPr>
              <a:t>Click to edit Master text styles</a:t>
            </a:r>
            <a:endParaRPr b="0" lang="en-US" sz="2400" strike="noStrike" u="none">
              <a:solidFill>
                <a:schemeClr val="lt1"/>
              </a:solidFill>
              <a:effectLst/>
              <a:uFillTx/>
              <a:latin typeface="Tw Cen MT"/>
            </a:endParaRPr>
          </a:p>
          <a:p>
            <a:pPr lvl="1" marL="685800" indent="-228600" defTabSz="914400">
              <a:lnSpc>
                <a:spcPct val="120000"/>
              </a:lnSpc>
              <a:spcBef>
                <a:spcPts val="499"/>
              </a:spcBef>
              <a:buClr>
                <a:srgbClr val="ffffff"/>
              </a:buClr>
              <a:buSzPct val="125000"/>
              <a:buFont typeface="Arial"/>
              <a:buChar char="•"/>
            </a:pPr>
            <a:r>
              <a:rPr b="0" lang="en-US" sz="2000" strike="noStrike" u="none">
                <a:solidFill>
                  <a:schemeClr val="lt1"/>
                </a:solidFill>
                <a:effectLst/>
                <a:uFillTx/>
                <a:latin typeface="Tw Cen MT"/>
              </a:rPr>
              <a:t>Second level</a:t>
            </a:r>
            <a:endParaRPr b="0" lang="en-US" sz="2000" strike="noStrike" u="none">
              <a:solidFill>
                <a:schemeClr val="lt1"/>
              </a:solidFill>
              <a:effectLst/>
              <a:uFillTx/>
              <a:latin typeface="Tw Cen MT"/>
            </a:endParaRPr>
          </a:p>
          <a:p>
            <a:pPr lvl="2" marL="1143000" indent="-228600" defTabSz="914400">
              <a:lnSpc>
                <a:spcPct val="120000"/>
              </a:lnSpc>
              <a:spcBef>
                <a:spcPts val="499"/>
              </a:spcBef>
              <a:buClr>
                <a:srgbClr val="ffffff"/>
              </a:buClr>
              <a:buSzPct val="125000"/>
              <a:buFont typeface="Arial"/>
              <a:buChar char="•"/>
            </a:pPr>
            <a:r>
              <a:rPr b="0" lang="en-US" sz="1800" strike="noStrike" u="none">
                <a:solidFill>
                  <a:schemeClr val="lt1"/>
                </a:solidFill>
                <a:effectLst/>
                <a:uFillTx/>
                <a:latin typeface="Tw Cen MT"/>
              </a:rPr>
              <a:t>Third level</a:t>
            </a:r>
            <a:endParaRPr b="0" lang="en-US" sz="1800" strike="noStrike" u="none">
              <a:solidFill>
                <a:schemeClr val="lt1"/>
              </a:solidFill>
              <a:effectLst/>
              <a:uFillTx/>
              <a:latin typeface="Tw Cen MT"/>
            </a:endParaRPr>
          </a:p>
          <a:p>
            <a:pPr lvl="3" marL="1600200" indent="-228600" defTabSz="914400">
              <a:lnSpc>
                <a:spcPct val="120000"/>
              </a:lnSpc>
              <a:spcBef>
                <a:spcPts val="499"/>
              </a:spcBef>
              <a:buClr>
                <a:srgbClr val="ffffff"/>
              </a:buClr>
              <a:buSzPct val="125000"/>
              <a:buFont typeface="Arial"/>
              <a:buChar char="•"/>
            </a:pPr>
            <a:r>
              <a:rPr b="0" lang="en-US" sz="1600" strike="noStrike" u="none">
                <a:solidFill>
                  <a:schemeClr val="lt1"/>
                </a:solidFill>
                <a:effectLst/>
                <a:uFillTx/>
                <a:latin typeface="Tw Cen MT"/>
              </a:rPr>
              <a:t>Fourth level</a:t>
            </a:r>
            <a:endParaRPr b="0" lang="en-US" sz="1600" strike="noStrike" u="none">
              <a:solidFill>
                <a:schemeClr val="lt1"/>
              </a:solidFill>
              <a:effectLst/>
              <a:uFillTx/>
              <a:latin typeface="Tw Cen MT"/>
            </a:endParaRPr>
          </a:p>
          <a:p>
            <a:pPr lvl="4" marL="2057400" indent="-228600" defTabSz="914400">
              <a:lnSpc>
                <a:spcPct val="120000"/>
              </a:lnSpc>
              <a:spcBef>
                <a:spcPts val="499"/>
              </a:spcBef>
              <a:buClr>
                <a:srgbClr val="ffffff"/>
              </a:buClr>
              <a:buSzPct val="125000"/>
              <a:buFont typeface="Arial"/>
              <a:buChar char="•"/>
            </a:pPr>
            <a:r>
              <a:rPr b="0" lang="en-US" sz="1600" strike="noStrike" u="none">
                <a:solidFill>
                  <a:schemeClr val="lt1"/>
                </a:solidFill>
                <a:effectLst/>
                <a:uFillTx/>
                <a:latin typeface="Tw Cen MT"/>
              </a:rPr>
              <a:t>Fifth level</a:t>
            </a:r>
            <a:endParaRPr b="0" lang="en-US" sz="1600" strike="noStrike" u="none">
              <a:solidFill>
                <a:schemeClr val="lt1"/>
              </a:solidFill>
              <a:effectLst/>
              <a:uFillTx/>
              <a:latin typeface="Tw Cen MT"/>
            </a:endParaRPr>
          </a:p>
        </p:txBody>
      </p:sp>
      <p:sp>
        <p:nvSpPr>
          <p:cNvPr id="442" name="PlaceHolder 3"/>
          <p:cNvSpPr>
            <a:spLocks noGrp="1"/>
          </p:cNvSpPr>
          <p:nvPr>
            <p:ph type="dt" idx="22"/>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443" name="PlaceHolder 4"/>
          <p:cNvSpPr>
            <a:spLocks noGrp="1"/>
          </p:cNvSpPr>
          <p:nvPr>
            <p:ph type="ftr" idx="23"/>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444" name="PlaceHolder 5"/>
          <p:cNvSpPr>
            <a:spLocks noGrp="1"/>
          </p:cNvSpPr>
          <p:nvPr>
            <p:ph type="sldNum" idx="24"/>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0AAED40D-5C5E-4B5C-BACE-849F5279A4D9}"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stretch/>
        </a:blipFill>
      </p:bgPr>
    </p:bg>
    <p:spTree>
      <p:nvGrpSpPr>
        <p:cNvPr id="1" name=""/>
        <p:cNvGrpSpPr/>
        <p:nvPr/>
      </p:nvGrpSpPr>
      <p:grpSpPr>
        <a:xfrm>
          <a:off x="0" y="0"/>
          <a:ext cx="0" cy="0"/>
          <a:chOff x="0" y="0"/>
          <a:chExt cx="0" cy="0"/>
        </a:xfrm>
      </p:grpSpPr>
      <p:pic>
        <p:nvPicPr>
          <p:cNvPr id="445"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446" name="Group 7"/>
          <p:cNvGrpSpPr/>
          <p:nvPr/>
        </p:nvGrpSpPr>
        <p:grpSpPr>
          <a:xfrm>
            <a:off x="-14400" y="0"/>
            <a:ext cx="12053520" cy="6857640"/>
            <a:chOff x="-14400" y="0"/>
            <a:chExt cx="12053520" cy="6857640"/>
          </a:xfrm>
        </p:grpSpPr>
        <p:grpSp>
          <p:nvGrpSpPr>
            <p:cNvPr id="447" name="Group 8"/>
            <p:cNvGrpSpPr/>
            <p:nvPr/>
          </p:nvGrpSpPr>
          <p:grpSpPr>
            <a:xfrm>
              <a:off x="-14400" y="0"/>
              <a:ext cx="1220760" cy="6857640"/>
              <a:chOff x="-14400" y="0"/>
              <a:chExt cx="1220760" cy="6857640"/>
            </a:xfrm>
          </p:grpSpPr>
          <p:sp>
            <p:nvSpPr>
              <p:cNvPr id="448"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49"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50"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51"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52"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53"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54"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55"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56"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57"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58"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59"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460"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61"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62"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63"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64"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65"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66"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67"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68"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69"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70"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71"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72"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73"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74"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475" name="Group 9"/>
            <p:cNvGrpSpPr/>
            <p:nvPr/>
          </p:nvGrpSpPr>
          <p:grpSpPr>
            <a:xfrm>
              <a:off x="11364840" y="0"/>
              <a:ext cx="674280" cy="6848280"/>
              <a:chOff x="11364840" y="0"/>
              <a:chExt cx="674280" cy="6848280"/>
            </a:xfrm>
          </p:grpSpPr>
          <p:sp>
            <p:nvSpPr>
              <p:cNvPr id="476"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77"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78"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79"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80"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81"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82"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83"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84"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85"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486" name="PlaceHolder 1"/>
          <p:cNvSpPr>
            <a:spLocks noGrp="1"/>
          </p:cNvSpPr>
          <p:nvPr>
            <p:ph type="title"/>
          </p:nvPr>
        </p:nvSpPr>
        <p:spPr>
          <a:xfrm>
            <a:off x="9042480" y="609480"/>
            <a:ext cx="2004480" cy="5181120"/>
          </a:xfrm>
          <a:prstGeom prst="rect">
            <a:avLst/>
          </a:prstGeom>
          <a:noFill/>
          <a:ln w="0">
            <a:noFill/>
          </a:ln>
        </p:spPr>
        <p:txBody>
          <a:bodyPr lIns="91440" rIns="91440" tIns="45720" bIns="45720" anchor="ctr" vert="eaVert">
            <a:noAutofit/>
          </a:bodyPr>
          <a:p>
            <a:pPr indent="0" defTabSz="914400">
              <a:lnSpc>
                <a:spcPct val="90000"/>
              </a:lnSpc>
              <a:buNone/>
            </a:pPr>
            <a:r>
              <a:rPr b="0" lang="en-US" sz="3600" strike="noStrike" u="none" cap="all">
                <a:solidFill>
                  <a:schemeClr val="lt1"/>
                </a:solidFill>
                <a:effectLst/>
                <a:uFillTx/>
                <a:latin typeface="Tw Cen MT"/>
              </a:rPr>
              <a:t>Click to edit Master title style</a:t>
            </a:r>
            <a:endParaRPr b="0" lang="en-US" sz="3600" strike="noStrike" u="none">
              <a:solidFill>
                <a:schemeClr val="lt1"/>
              </a:solidFill>
              <a:effectLst/>
              <a:uFillTx/>
              <a:latin typeface="Tw Cen MT"/>
            </a:endParaRPr>
          </a:p>
        </p:txBody>
      </p:sp>
      <p:sp>
        <p:nvSpPr>
          <p:cNvPr id="487" name="PlaceHolder 2"/>
          <p:cNvSpPr>
            <a:spLocks noGrp="1"/>
          </p:cNvSpPr>
          <p:nvPr>
            <p:ph type="body"/>
          </p:nvPr>
        </p:nvSpPr>
        <p:spPr>
          <a:xfrm>
            <a:off x="1141560" y="609480"/>
            <a:ext cx="7748280" cy="5181120"/>
          </a:xfrm>
          <a:prstGeom prst="rect">
            <a:avLst/>
          </a:prstGeom>
          <a:noFill/>
          <a:ln w="0">
            <a:noFill/>
          </a:ln>
        </p:spPr>
        <p:txBody>
          <a:bodyPr lIns="91440" rIns="91440" tIns="45720" bIns="45720" anchor="t" vert="eaVert">
            <a:noAutofit/>
          </a:bodyPr>
          <a:p>
            <a:pPr marL="228600" indent="-228600" defTabSz="914400">
              <a:lnSpc>
                <a:spcPct val="120000"/>
              </a:lnSpc>
              <a:spcBef>
                <a:spcPts val="1001"/>
              </a:spcBef>
              <a:buClr>
                <a:srgbClr val="ffffff"/>
              </a:buClr>
              <a:buSzPct val="125000"/>
              <a:buFont typeface="Arial"/>
              <a:buChar char="•"/>
            </a:pPr>
            <a:r>
              <a:rPr b="0" lang="en-US" sz="2400" strike="noStrike" u="none">
                <a:solidFill>
                  <a:schemeClr val="lt1"/>
                </a:solidFill>
                <a:effectLst/>
                <a:uFillTx/>
                <a:latin typeface="Tw Cen MT"/>
              </a:rPr>
              <a:t>Click to edit Master text styles</a:t>
            </a:r>
            <a:endParaRPr b="0" lang="en-US" sz="2400" strike="noStrike" u="none">
              <a:solidFill>
                <a:schemeClr val="lt1"/>
              </a:solidFill>
              <a:effectLst/>
              <a:uFillTx/>
              <a:latin typeface="Tw Cen MT"/>
            </a:endParaRPr>
          </a:p>
          <a:p>
            <a:pPr lvl="1" marL="685800" indent="-228600" defTabSz="914400">
              <a:lnSpc>
                <a:spcPct val="120000"/>
              </a:lnSpc>
              <a:spcBef>
                <a:spcPts val="499"/>
              </a:spcBef>
              <a:buClr>
                <a:srgbClr val="ffffff"/>
              </a:buClr>
              <a:buSzPct val="125000"/>
              <a:buFont typeface="Arial"/>
              <a:buChar char="•"/>
            </a:pPr>
            <a:r>
              <a:rPr b="0" lang="en-US" sz="2000" strike="noStrike" u="none">
                <a:solidFill>
                  <a:schemeClr val="lt1"/>
                </a:solidFill>
                <a:effectLst/>
                <a:uFillTx/>
                <a:latin typeface="Tw Cen MT"/>
              </a:rPr>
              <a:t>Second level</a:t>
            </a:r>
            <a:endParaRPr b="0" lang="en-US" sz="2000" strike="noStrike" u="none">
              <a:solidFill>
                <a:schemeClr val="lt1"/>
              </a:solidFill>
              <a:effectLst/>
              <a:uFillTx/>
              <a:latin typeface="Tw Cen MT"/>
            </a:endParaRPr>
          </a:p>
          <a:p>
            <a:pPr lvl="2" marL="1143000" indent="-228600" defTabSz="914400">
              <a:lnSpc>
                <a:spcPct val="120000"/>
              </a:lnSpc>
              <a:spcBef>
                <a:spcPts val="499"/>
              </a:spcBef>
              <a:buClr>
                <a:srgbClr val="ffffff"/>
              </a:buClr>
              <a:buSzPct val="125000"/>
              <a:buFont typeface="Arial"/>
              <a:buChar char="•"/>
            </a:pPr>
            <a:r>
              <a:rPr b="0" lang="en-US" sz="1800" strike="noStrike" u="none">
                <a:solidFill>
                  <a:schemeClr val="lt1"/>
                </a:solidFill>
                <a:effectLst/>
                <a:uFillTx/>
                <a:latin typeface="Tw Cen MT"/>
              </a:rPr>
              <a:t>Third level</a:t>
            </a:r>
            <a:endParaRPr b="0" lang="en-US" sz="1800" strike="noStrike" u="none">
              <a:solidFill>
                <a:schemeClr val="lt1"/>
              </a:solidFill>
              <a:effectLst/>
              <a:uFillTx/>
              <a:latin typeface="Tw Cen MT"/>
            </a:endParaRPr>
          </a:p>
          <a:p>
            <a:pPr lvl="3" marL="1600200" indent="-228600" defTabSz="914400">
              <a:lnSpc>
                <a:spcPct val="120000"/>
              </a:lnSpc>
              <a:spcBef>
                <a:spcPts val="499"/>
              </a:spcBef>
              <a:buClr>
                <a:srgbClr val="ffffff"/>
              </a:buClr>
              <a:buSzPct val="125000"/>
              <a:buFont typeface="Arial"/>
              <a:buChar char="•"/>
            </a:pPr>
            <a:r>
              <a:rPr b="0" lang="en-US" sz="1600" strike="noStrike" u="none">
                <a:solidFill>
                  <a:schemeClr val="lt1"/>
                </a:solidFill>
                <a:effectLst/>
                <a:uFillTx/>
                <a:latin typeface="Tw Cen MT"/>
              </a:rPr>
              <a:t>Fourth level</a:t>
            </a:r>
            <a:endParaRPr b="0" lang="en-US" sz="1600" strike="noStrike" u="none">
              <a:solidFill>
                <a:schemeClr val="lt1"/>
              </a:solidFill>
              <a:effectLst/>
              <a:uFillTx/>
              <a:latin typeface="Tw Cen MT"/>
            </a:endParaRPr>
          </a:p>
          <a:p>
            <a:pPr lvl="4" marL="2057400" indent="-228600" defTabSz="914400">
              <a:lnSpc>
                <a:spcPct val="120000"/>
              </a:lnSpc>
              <a:spcBef>
                <a:spcPts val="499"/>
              </a:spcBef>
              <a:buClr>
                <a:srgbClr val="ffffff"/>
              </a:buClr>
              <a:buSzPct val="125000"/>
              <a:buFont typeface="Arial"/>
              <a:buChar char="•"/>
            </a:pPr>
            <a:r>
              <a:rPr b="0" lang="en-US" sz="1600" strike="noStrike" u="none">
                <a:solidFill>
                  <a:schemeClr val="lt1"/>
                </a:solidFill>
                <a:effectLst/>
                <a:uFillTx/>
                <a:latin typeface="Tw Cen MT"/>
              </a:rPr>
              <a:t>Fifth level</a:t>
            </a:r>
            <a:endParaRPr b="0" lang="en-US" sz="1600" strike="noStrike" u="none">
              <a:solidFill>
                <a:schemeClr val="lt1"/>
              </a:solidFill>
              <a:effectLst/>
              <a:uFillTx/>
              <a:latin typeface="Tw Cen MT"/>
            </a:endParaRPr>
          </a:p>
        </p:txBody>
      </p:sp>
      <p:sp>
        <p:nvSpPr>
          <p:cNvPr id="488" name="PlaceHolder 3"/>
          <p:cNvSpPr>
            <a:spLocks noGrp="1"/>
          </p:cNvSpPr>
          <p:nvPr>
            <p:ph type="dt" idx="25"/>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489" name="PlaceHolder 4"/>
          <p:cNvSpPr>
            <a:spLocks noGrp="1"/>
          </p:cNvSpPr>
          <p:nvPr>
            <p:ph type="ftr" idx="26"/>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490" name="PlaceHolder 5"/>
          <p:cNvSpPr>
            <a:spLocks noGrp="1"/>
          </p:cNvSpPr>
          <p:nvPr>
            <p:ph type="sldNum" idx="27"/>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61276CAF-489F-4A9D-A2AE-84D3D413F236}"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blipFill rotWithShape="0">
          <a:blip r:embed="rId2"/>
          <a:stretch/>
        </a:blipFill>
      </p:bgPr>
    </p:bg>
    <p:spTree>
      <p:nvGrpSpPr>
        <p:cNvPr id="1" name=""/>
        <p:cNvGrpSpPr/>
        <p:nvPr/>
      </p:nvGrpSpPr>
      <p:grpSpPr>
        <a:xfrm>
          <a:off x="0" y="0"/>
          <a:ext cx="0" cy="0"/>
          <a:chOff x="0" y="0"/>
          <a:chExt cx="0" cy="0"/>
        </a:xfrm>
      </p:grpSpPr>
      <p:pic>
        <p:nvPicPr>
          <p:cNvPr id="491"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492" name="Group 7"/>
          <p:cNvGrpSpPr/>
          <p:nvPr/>
        </p:nvGrpSpPr>
        <p:grpSpPr>
          <a:xfrm>
            <a:off x="-14400" y="0"/>
            <a:ext cx="12053520" cy="6857640"/>
            <a:chOff x="-14400" y="0"/>
            <a:chExt cx="12053520" cy="6857640"/>
          </a:xfrm>
        </p:grpSpPr>
        <p:grpSp>
          <p:nvGrpSpPr>
            <p:cNvPr id="493" name="Group 8"/>
            <p:cNvGrpSpPr/>
            <p:nvPr/>
          </p:nvGrpSpPr>
          <p:grpSpPr>
            <a:xfrm>
              <a:off x="-14400" y="0"/>
              <a:ext cx="1220760" cy="6857640"/>
              <a:chOff x="-14400" y="0"/>
              <a:chExt cx="1220760" cy="6857640"/>
            </a:xfrm>
          </p:grpSpPr>
          <p:sp>
            <p:nvSpPr>
              <p:cNvPr id="494"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95"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96"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97"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98"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99"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00"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01"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02"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03"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04"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05"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506"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07"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08"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09"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10"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11"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12"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13"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14"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15"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16"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17"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18"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19"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20"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521" name="Group 9"/>
            <p:cNvGrpSpPr/>
            <p:nvPr/>
          </p:nvGrpSpPr>
          <p:grpSpPr>
            <a:xfrm>
              <a:off x="11364840" y="0"/>
              <a:ext cx="674280" cy="6848280"/>
              <a:chOff x="11364840" y="0"/>
              <a:chExt cx="674280" cy="6848280"/>
            </a:xfrm>
          </p:grpSpPr>
          <p:sp>
            <p:nvSpPr>
              <p:cNvPr id="522"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23"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24"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25"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26"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27"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28"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29"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30"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31"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532"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Autofit/>
          </a:bodyPr>
          <a:p>
            <a:pPr indent="0" defTabSz="914400">
              <a:lnSpc>
                <a:spcPct val="90000"/>
              </a:lnSpc>
              <a:buNone/>
            </a:pPr>
            <a:r>
              <a:rPr b="0" lang="en-US" sz="3600" strike="noStrike" u="none" cap="all">
                <a:solidFill>
                  <a:schemeClr val="lt1"/>
                </a:solidFill>
                <a:effectLst/>
                <a:uFillTx/>
                <a:latin typeface="Tw Cen MT"/>
              </a:rPr>
              <a:t>Click to edit Master title style</a:t>
            </a:r>
            <a:endParaRPr b="0" lang="en-US" sz="3600" strike="noStrike" u="none">
              <a:solidFill>
                <a:schemeClr val="lt1"/>
              </a:solidFill>
              <a:effectLst/>
              <a:uFillTx/>
              <a:latin typeface="Tw Cen MT"/>
            </a:endParaRPr>
          </a:p>
        </p:txBody>
      </p:sp>
      <p:sp>
        <p:nvSpPr>
          <p:cNvPr id="533" name="PlaceHolder 2"/>
          <p:cNvSpPr>
            <a:spLocks noGrp="1"/>
          </p:cNvSpPr>
          <p:nvPr>
            <p:ph type="body"/>
          </p:nvPr>
        </p:nvSpPr>
        <p:spPr>
          <a:xfrm>
            <a:off x="1141560" y="2249640"/>
            <a:ext cx="9905760" cy="3541320"/>
          </a:xfrm>
          <a:prstGeom prst="rect">
            <a:avLst/>
          </a:prstGeom>
          <a:noFill/>
          <a:ln w="0">
            <a:noFill/>
          </a:ln>
        </p:spPr>
        <p:txBody>
          <a:bodyPr lIns="91440" rIns="91440" tIns="45720" bIns="45720" anchor="t">
            <a:noAutofit/>
          </a:bodyPr>
          <a:p>
            <a:pPr marL="228600" indent="-228600" defTabSz="914400">
              <a:lnSpc>
                <a:spcPct val="120000"/>
              </a:lnSpc>
              <a:spcBef>
                <a:spcPts val="1001"/>
              </a:spcBef>
              <a:buClr>
                <a:srgbClr val="ffffff"/>
              </a:buClr>
              <a:buSzPct val="125000"/>
              <a:buFont typeface="Arial"/>
              <a:buChar char="•"/>
            </a:pPr>
            <a:r>
              <a:rPr b="0" lang="en-US" sz="2400" strike="noStrike" u="none">
                <a:solidFill>
                  <a:schemeClr val="lt1"/>
                </a:solidFill>
                <a:effectLst/>
                <a:uFillTx/>
                <a:latin typeface="Tw Cen MT"/>
              </a:rPr>
              <a:t>Click to edit Master text styles</a:t>
            </a:r>
            <a:endParaRPr b="0" lang="en-US" sz="2400" strike="noStrike" u="none">
              <a:solidFill>
                <a:schemeClr val="lt1"/>
              </a:solidFill>
              <a:effectLst/>
              <a:uFillTx/>
              <a:latin typeface="Tw Cen MT"/>
            </a:endParaRPr>
          </a:p>
          <a:p>
            <a:pPr lvl="1" marL="685800" indent="-228600" defTabSz="914400">
              <a:lnSpc>
                <a:spcPct val="120000"/>
              </a:lnSpc>
              <a:spcBef>
                <a:spcPts val="499"/>
              </a:spcBef>
              <a:buClr>
                <a:srgbClr val="ffffff"/>
              </a:buClr>
              <a:buSzPct val="125000"/>
              <a:buFont typeface="Arial"/>
              <a:buChar char="•"/>
            </a:pPr>
            <a:r>
              <a:rPr b="0" lang="en-US" sz="2000" strike="noStrike" u="none">
                <a:solidFill>
                  <a:schemeClr val="lt1"/>
                </a:solidFill>
                <a:effectLst/>
                <a:uFillTx/>
                <a:latin typeface="Tw Cen MT"/>
              </a:rPr>
              <a:t>Second level</a:t>
            </a:r>
            <a:endParaRPr b="0" lang="en-US" sz="2000" strike="noStrike" u="none">
              <a:solidFill>
                <a:schemeClr val="lt1"/>
              </a:solidFill>
              <a:effectLst/>
              <a:uFillTx/>
              <a:latin typeface="Tw Cen MT"/>
            </a:endParaRPr>
          </a:p>
          <a:p>
            <a:pPr lvl="2" marL="1143000" indent="-228600" defTabSz="914400">
              <a:lnSpc>
                <a:spcPct val="120000"/>
              </a:lnSpc>
              <a:spcBef>
                <a:spcPts val="499"/>
              </a:spcBef>
              <a:buClr>
                <a:srgbClr val="ffffff"/>
              </a:buClr>
              <a:buSzPct val="125000"/>
              <a:buFont typeface="Arial"/>
              <a:buChar char="•"/>
            </a:pPr>
            <a:r>
              <a:rPr b="0" lang="en-US" sz="1800" strike="noStrike" u="none">
                <a:solidFill>
                  <a:schemeClr val="lt1"/>
                </a:solidFill>
                <a:effectLst/>
                <a:uFillTx/>
                <a:latin typeface="Tw Cen MT"/>
              </a:rPr>
              <a:t>Third level</a:t>
            </a:r>
            <a:endParaRPr b="0" lang="en-US" sz="1800" strike="noStrike" u="none">
              <a:solidFill>
                <a:schemeClr val="lt1"/>
              </a:solidFill>
              <a:effectLst/>
              <a:uFillTx/>
              <a:latin typeface="Tw Cen MT"/>
            </a:endParaRPr>
          </a:p>
          <a:p>
            <a:pPr lvl="3" marL="1600200" indent="-228600" defTabSz="914400">
              <a:lnSpc>
                <a:spcPct val="120000"/>
              </a:lnSpc>
              <a:spcBef>
                <a:spcPts val="499"/>
              </a:spcBef>
              <a:buClr>
                <a:srgbClr val="ffffff"/>
              </a:buClr>
              <a:buSzPct val="125000"/>
              <a:buFont typeface="Arial"/>
              <a:buChar char="•"/>
            </a:pPr>
            <a:r>
              <a:rPr b="0" lang="en-US" sz="1600" strike="noStrike" u="none">
                <a:solidFill>
                  <a:schemeClr val="lt1"/>
                </a:solidFill>
                <a:effectLst/>
                <a:uFillTx/>
                <a:latin typeface="Tw Cen MT"/>
              </a:rPr>
              <a:t>Fourth level</a:t>
            </a:r>
            <a:endParaRPr b="0" lang="en-US" sz="1600" strike="noStrike" u="none">
              <a:solidFill>
                <a:schemeClr val="lt1"/>
              </a:solidFill>
              <a:effectLst/>
              <a:uFillTx/>
              <a:latin typeface="Tw Cen MT"/>
            </a:endParaRPr>
          </a:p>
          <a:p>
            <a:pPr lvl="4" marL="2057400" indent="-228600" defTabSz="914400">
              <a:lnSpc>
                <a:spcPct val="120000"/>
              </a:lnSpc>
              <a:spcBef>
                <a:spcPts val="499"/>
              </a:spcBef>
              <a:buClr>
                <a:srgbClr val="ffffff"/>
              </a:buClr>
              <a:buSzPct val="125000"/>
              <a:buFont typeface="Arial"/>
              <a:buChar char="•"/>
            </a:pPr>
            <a:r>
              <a:rPr b="0" lang="en-US" sz="1600" strike="noStrike" u="none">
                <a:solidFill>
                  <a:schemeClr val="lt1"/>
                </a:solidFill>
                <a:effectLst/>
                <a:uFillTx/>
                <a:latin typeface="Tw Cen MT"/>
              </a:rPr>
              <a:t>Fifth level</a:t>
            </a:r>
            <a:endParaRPr b="0" lang="en-US" sz="1600" strike="noStrike" u="none">
              <a:solidFill>
                <a:schemeClr val="lt1"/>
              </a:solidFill>
              <a:effectLst/>
              <a:uFillTx/>
              <a:latin typeface="Tw Cen MT"/>
            </a:endParaRPr>
          </a:p>
        </p:txBody>
      </p:sp>
      <p:sp>
        <p:nvSpPr>
          <p:cNvPr id="534" name="PlaceHolder 3"/>
          <p:cNvSpPr>
            <a:spLocks noGrp="1"/>
          </p:cNvSpPr>
          <p:nvPr>
            <p:ph type="dt" idx="28"/>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535" name="PlaceHolder 4"/>
          <p:cNvSpPr>
            <a:spLocks noGrp="1"/>
          </p:cNvSpPr>
          <p:nvPr>
            <p:ph type="ftr" idx="29"/>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536" name="PlaceHolder 5"/>
          <p:cNvSpPr>
            <a:spLocks noGrp="1"/>
          </p:cNvSpPr>
          <p:nvPr>
            <p:ph type="sldNum" idx="30"/>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34F25D2B-D8EE-44A8-98B0-C366FCFB8B86}"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stretch/>
        </a:blipFill>
      </p:bgPr>
    </p:bg>
    <p:spTree>
      <p:nvGrpSpPr>
        <p:cNvPr id="1" name=""/>
        <p:cNvGrpSpPr/>
        <p:nvPr/>
      </p:nvGrpSpPr>
      <p:grpSpPr>
        <a:xfrm>
          <a:off x="0" y="0"/>
          <a:ext cx="0" cy="0"/>
          <a:chOff x="0" y="0"/>
          <a:chExt cx="0" cy="0"/>
        </a:xfrm>
      </p:grpSpPr>
      <p:pic>
        <p:nvPicPr>
          <p:cNvPr id="537"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538" name="Group 7"/>
          <p:cNvGrpSpPr/>
          <p:nvPr/>
        </p:nvGrpSpPr>
        <p:grpSpPr>
          <a:xfrm>
            <a:off x="-14400" y="0"/>
            <a:ext cx="12053520" cy="6857640"/>
            <a:chOff x="-14400" y="0"/>
            <a:chExt cx="12053520" cy="6857640"/>
          </a:xfrm>
        </p:grpSpPr>
        <p:grpSp>
          <p:nvGrpSpPr>
            <p:cNvPr id="539" name="Group 8"/>
            <p:cNvGrpSpPr/>
            <p:nvPr/>
          </p:nvGrpSpPr>
          <p:grpSpPr>
            <a:xfrm>
              <a:off x="-14400" y="0"/>
              <a:ext cx="1220760" cy="6857640"/>
              <a:chOff x="-14400" y="0"/>
              <a:chExt cx="1220760" cy="6857640"/>
            </a:xfrm>
          </p:grpSpPr>
          <p:sp>
            <p:nvSpPr>
              <p:cNvPr id="540"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41"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42"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43"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44"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45"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46"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47"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48"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49"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50"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51"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552"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53"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54"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55"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56"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57"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58"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59"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60"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61"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62"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63"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64"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65"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66"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567" name="Group 9"/>
            <p:cNvGrpSpPr/>
            <p:nvPr/>
          </p:nvGrpSpPr>
          <p:grpSpPr>
            <a:xfrm>
              <a:off x="11364840" y="0"/>
              <a:ext cx="674280" cy="6848280"/>
              <a:chOff x="11364840" y="0"/>
              <a:chExt cx="674280" cy="6848280"/>
            </a:xfrm>
          </p:grpSpPr>
          <p:sp>
            <p:nvSpPr>
              <p:cNvPr id="568"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69"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70"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71"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72"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73"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74"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75"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76"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77"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578" name="PlaceHolder 1"/>
          <p:cNvSpPr>
            <a:spLocks noGrp="1"/>
          </p:cNvSpPr>
          <p:nvPr>
            <p:ph type="title"/>
          </p:nvPr>
        </p:nvSpPr>
        <p:spPr>
          <a:xfrm>
            <a:off x="1141560" y="1419120"/>
            <a:ext cx="9905760" cy="2852280"/>
          </a:xfrm>
          <a:prstGeom prst="rect">
            <a:avLst/>
          </a:prstGeom>
          <a:noFill/>
          <a:ln w="0">
            <a:noFill/>
          </a:ln>
        </p:spPr>
        <p:txBody>
          <a:bodyPr lIns="91440" rIns="91440" tIns="45720" bIns="45720" anchor="b">
            <a:normAutofit/>
          </a:bodyPr>
          <a:p>
            <a:pPr indent="0" defTabSz="914400">
              <a:lnSpc>
                <a:spcPct val="90000"/>
              </a:lnSpc>
              <a:buNone/>
            </a:pPr>
            <a:r>
              <a:rPr b="0" lang="en-US" sz="3600" strike="noStrike" u="none" cap="all">
                <a:solidFill>
                  <a:schemeClr val="lt1"/>
                </a:solidFill>
                <a:effectLst/>
                <a:uFillTx/>
                <a:latin typeface="Tw Cen MT"/>
              </a:rPr>
              <a:t>Click to edit Master title style</a:t>
            </a:r>
            <a:endParaRPr b="0" lang="en-US" sz="3600" strike="noStrike" u="none">
              <a:solidFill>
                <a:schemeClr val="lt1"/>
              </a:solidFill>
              <a:effectLst/>
              <a:uFillTx/>
              <a:latin typeface="Tw Cen MT"/>
            </a:endParaRPr>
          </a:p>
        </p:txBody>
      </p:sp>
      <p:sp>
        <p:nvSpPr>
          <p:cNvPr id="579" name="PlaceHolder 2"/>
          <p:cNvSpPr>
            <a:spLocks noGrp="1"/>
          </p:cNvSpPr>
          <p:nvPr>
            <p:ph type="body"/>
          </p:nvPr>
        </p:nvSpPr>
        <p:spPr>
          <a:xfrm>
            <a:off x="1141560" y="4424400"/>
            <a:ext cx="9905760" cy="137448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800" strike="noStrike" u="none" cap="all">
                <a:solidFill>
                  <a:schemeClr val="lt1">
                    <a:tint val="75000"/>
                  </a:schemeClr>
                </a:solidFill>
                <a:effectLst/>
                <a:uFillTx/>
                <a:latin typeface="Tw Cen MT"/>
              </a:rPr>
              <a:t>Click to edit Master text styles</a:t>
            </a:r>
            <a:endParaRPr b="0" lang="en-US" sz="1800" strike="noStrike" u="none">
              <a:solidFill>
                <a:schemeClr val="lt1"/>
              </a:solidFill>
              <a:effectLst/>
              <a:uFillTx/>
              <a:latin typeface="Tw Cen MT"/>
            </a:endParaRPr>
          </a:p>
        </p:txBody>
      </p:sp>
      <p:sp>
        <p:nvSpPr>
          <p:cNvPr id="580" name="PlaceHolder 3"/>
          <p:cNvSpPr>
            <a:spLocks noGrp="1"/>
          </p:cNvSpPr>
          <p:nvPr>
            <p:ph type="dt" idx="31"/>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581" name="PlaceHolder 4"/>
          <p:cNvSpPr>
            <a:spLocks noGrp="1"/>
          </p:cNvSpPr>
          <p:nvPr>
            <p:ph type="ftr" idx="32"/>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582" name="PlaceHolder 5"/>
          <p:cNvSpPr>
            <a:spLocks noGrp="1"/>
          </p:cNvSpPr>
          <p:nvPr>
            <p:ph type="sldNum" idx="33"/>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1F333C08-FBE1-4012-97F9-FD303C5DB88F}"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stretch/>
        </a:blipFill>
      </p:bgPr>
    </p:bg>
    <p:spTree>
      <p:nvGrpSpPr>
        <p:cNvPr id="1" name=""/>
        <p:cNvGrpSpPr/>
        <p:nvPr/>
      </p:nvGrpSpPr>
      <p:grpSpPr>
        <a:xfrm>
          <a:off x="0" y="0"/>
          <a:ext cx="0" cy="0"/>
          <a:chOff x="0" y="0"/>
          <a:chExt cx="0" cy="0"/>
        </a:xfrm>
      </p:grpSpPr>
      <p:pic>
        <p:nvPicPr>
          <p:cNvPr id="583"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584" name="Group 7"/>
          <p:cNvGrpSpPr/>
          <p:nvPr/>
        </p:nvGrpSpPr>
        <p:grpSpPr>
          <a:xfrm>
            <a:off x="-14400" y="0"/>
            <a:ext cx="12053520" cy="6857640"/>
            <a:chOff x="-14400" y="0"/>
            <a:chExt cx="12053520" cy="6857640"/>
          </a:xfrm>
        </p:grpSpPr>
        <p:grpSp>
          <p:nvGrpSpPr>
            <p:cNvPr id="585" name="Group 8"/>
            <p:cNvGrpSpPr/>
            <p:nvPr/>
          </p:nvGrpSpPr>
          <p:grpSpPr>
            <a:xfrm>
              <a:off x="-14400" y="0"/>
              <a:ext cx="1220760" cy="6857640"/>
              <a:chOff x="-14400" y="0"/>
              <a:chExt cx="1220760" cy="6857640"/>
            </a:xfrm>
          </p:grpSpPr>
          <p:sp>
            <p:nvSpPr>
              <p:cNvPr id="586"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87"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88"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89"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90"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91"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92"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93"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94"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95"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96"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97"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598"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99"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00"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01"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02"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03"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04"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05"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06"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07"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08"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09"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10"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11"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12"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613" name="Group 9"/>
            <p:cNvGrpSpPr/>
            <p:nvPr/>
          </p:nvGrpSpPr>
          <p:grpSpPr>
            <a:xfrm>
              <a:off x="11364840" y="0"/>
              <a:ext cx="674280" cy="6848280"/>
              <a:chOff x="11364840" y="0"/>
              <a:chExt cx="674280" cy="6848280"/>
            </a:xfrm>
          </p:grpSpPr>
          <p:sp>
            <p:nvSpPr>
              <p:cNvPr id="614"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15"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16"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17"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18"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19"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20"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21"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22"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23"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624"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Autofit/>
          </a:bodyPr>
          <a:p>
            <a:pPr indent="0" defTabSz="914400">
              <a:lnSpc>
                <a:spcPct val="90000"/>
              </a:lnSpc>
              <a:buNone/>
            </a:pPr>
            <a:r>
              <a:rPr b="0" lang="en-US" sz="3600" strike="noStrike" u="none" cap="all">
                <a:solidFill>
                  <a:schemeClr val="lt1"/>
                </a:solidFill>
                <a:effectLst/>
                <a:uFillTx/>
                <a:latin typeface="Tw Cen MT"/>
              </a:rPr>
              <a:t>Click to edit Master title style</a:t>
            </a:r>
            <a:endParaRPr b="0" lang="en-US" sz="3600" strike="noStrike" u="none">
              <a:solidFill>
                <a:schemeClr val="lt1"/>
              </a:solidFill>
              <a:effectLst/>
              <a:uFillTx/>
              <a:latin typeface="Tw Cen MT"/>
            </a:endParaRPr>
          </a:p>
        </p:txBody>
      </p:sp>
      <p:sp>
        <p:nvSpPr>
          <p:cNvPr id="625" name="PlaceHolder 2"/>
          <p:cNvSpPr>
            <a:spLocks noGrp="1"/>
          </p:cNvSpPr>
          <p:nvPr>
            <p:ph type="body"/>
          </p:nvPr>
        </p:nvSpPr>
        <p:spPr>
          <a:xfrm>
            <a:off x="1141560" y="2249640"/>
            <a:ext cx="4878000" cy="3541320"/>
          </a:xfrm>
          <a:prstGeom prst="rect">
            <a:avLst/>
          </a:prstGeom>
          <a:noFill/>
          <a:ln w="0">
            <a:noFill/>
          </a:ln>
        </p:spPr>
        <p:txBody>
          <a:bodyPr lIns="91440" rIns="91440" tIns="45720" bIns="45720" anchor="t">
            <a:noAutofit/>
          </a:bodyPr>
          <a:p>
            <a:pPr marL="228600" indent="-228600" defTabSz="914400">
              <a:lnSpc>
                <a:spcPct val="120000"/>
              </a:lnSpc>
              <a:spcBef>
                <a:spcPts val="1001"/>
              </a:spcBef>
              <a:buClr>
                <a:srgbClr val="ffffff"/>
              </a:buClr>
              <a:buSzPct val="125000"/>
              <a:buFont typeface="Arial"/>
              <a:buChar char="•"/>
            </a:pPr>
            <a:r>
              <a:rPr b="0" lang="en-US" sz="2400" strike="noStrike" u="none">
                <a:solidFill>
                  <a:schemeClr val="lt1"/>
                </a:solidFill>
                <a:effectLst/>
                <a:uFillTx/>
                <a:latin typeface="Tw Cen MT"/>
              </a:rPr>
              <a:t>Click to edit Master text styles</a:t>
            </a:r>
            <a:endParaRPr b="0" lang="en-US" sz="2400" strike="noStrike" u="none">
              <a:solidFill>
                <a:schemeClr val="lt1"/>
              </a:solidFill>
              <a:effectLst/>
              <a:uFillTx/>
              <a:latin typeface="Tw Cen MT"/>
            </a:endParaRPr>
          </a:p>
          <a:p>
            <a:pPr lvl="1" marL="685800" indent="-228600" defTabSz="914400">
              <a:lnSpc>
                <a:spcPct val="120000"/>
              </a:lnSpc>
              <a:spcBef>
                <a:spcPts val="499"/>
              </a:spcBef>
              <a:buClr>
                <a:srgbClr val="ffffff"/>
              </a:buClr>
              <a:buSzPct val="125000"/>
              <a:buFont typeface="Arial"/>
              <a:buChar char="•"/>
            </a:pPr>
            <a:r>
              <a:rPr b="0" lang="en-US" sz="2000" strike="noStrike" u="none">
                <a:solidFill>
                  <a:schemeClr val="lt1"/>
                </a:solidFill>
                <a:effectLst/>
                <a:uFillTx/>
                <a:latin typeface="Tw Cen MT"/>
              </a:rPr>
              <a:t>Second level</a:t>
            </a:r>
            <a:endParaRPr b="0" lang="en-US" sz="2000" strike="noStrike" u="none">
              <a:solidFill>
                <a:schemeClr val="lt1"/>
              </a:solidFill>
              <a:effectLst/>
              <a:uFillTx/>
              <a:latin typeface="Tw Cen MT"/>
            </a:endParaRPr>
          </a:p>
          <a:p>
            <a:pPr lvl="2" marL="1143000" indent="-228600" defTabSz="914400">
              <a:lnSpc>
                <a:spcPct val="120000"/>
              </a:lnSpc>
              <a:spcBef>
                <a:spcPts val="499"/>
              </a:spcBef>
              <a:buClr>
                <a:srgbClr val="ffffff"/>
              </a:buClr>
              <a:buSzPct val="125000"/>
              <a:buFont typeface="Arial"/>
              <a:buChar char="•"/>
            </a:pPr>
            <a:r>
              <a:rPr b="0" lang="en-US" sz="1800" strike="noStrike" u="none">
                <a:solidFill>
                  <a:schemeClr val="lt1"/>
                </a:solidFill>
                <a:effectLst/>
                <a:uFillTx/>
                <a:latin typeface="Tw Cen MT"/>
              </a:rPr>
              <a:t>Third level</a:t>
            </a:r>
            <a:endParaRPr b="0" lang="en-US" sz="1800" strike="noStrike" u="none">
              <a:solidFill>
                <a:schemeClr val="lt1"/>
              </a:solidFill>
              <a:effectLst/>
              <a:uFillTx/>
              <a:latin typeface="Tw Cen MT"/>
            </a:endParaRPr>
          </a:p>
          <a:p>
            <a:pPr lvl="3" marL="1600200" indent="-228600" defTabSz="914400">
              <a:lnSpc>
                <a:spcPct val="120000"/>
              </a:lnSpc>
              <a:spcBef>
                <a:spcPts val="499"/>
              </a:spcBef>
              <a:buClr>
                <a:srgbClr val="ffffff"/>
              </a:buClr>
              <a:buSzPct val="125000"/>
              <a:buFont typeface="Arial"/>
              <a:buChar char="•"/>
            </a:pPr>
            <a:r>
              <a:rPr b="0" lang="en-US" sz="1600" strike="noStrike" u="none">
                <a:solidFill>
                  <a:schemeClr val="lt1"/>
                </a:solidFill>
                <a:effectLst/>
                <a:uFillTx/>
                <a:latin typeface="Tw Cen MT"/>
              </a:rPr>
              <a:t>Fourth level</a:t>
            </a:r>
            <a:endParaRPr b="0" lang="en-US" sz="1600" strike="noStrike" u="none">
              <a:solidFill>
                <a:schemeClr val="lt1"/>
              </a:solidFill>
              <a:effectLst/>
              <a:uFillTx/>
              <a:latin typeface="Tw Cen MT"/>
            </a:endParaRPr>
          </a:p>
          <a:p>
            <a:pPr lvl="4" marL="2057400" indent="-228600" defTabSz="914400">
              <a:lnSpc>
                <a:spcPct val="120000"/>
              </a:lnSpc>
              <a:spcBef>
                <a:spcPts val="499"/>
              </a:spcBef>
              <a:buClr>
                <a:srgbClr val="ffffff"/>
              </a:buClr>
              <a:buSzPct val="125000"/>
              <a:buFont typeface="Arial"/>
              <a:buChar char="•"/>
            </a:pPr>
            <a:r>
              <a:rPr b="0" lang="en-US" sz="1600" strike="noStrike" u="none">
                <a:solidFill>
                  <a:schemeClr val="lt1"/>
                </a:solidFill>
                <a:effectLst/>
                <a:uFillTx/>
                <a:latin typeface="Tw Cen MT"/>
              </a:rPr>
              <a:t>Fifth level</a:t>
            </a:r>
            <a:endParaRPr b="0" lang="en-US" sz="1600" strike="noStrike" u="none">
              <a:solidFill>
                <a:schemeClr val="lt1"/>
              </a:solidFill>
              <a:effectLst/>
              <a:uFillTx/>
              <a:latin typeface="Tw Cen MT"/>
            </a:endParaRPr>
          </a:p>
        </p:txBody>
      </p:sp>
      <p:sp>
        <p:nvSpPr>
          <p:cNvPr id="626" name="PlaceHolder 3"/>
          <p:cNvSpPr>
            <a:spLocks noGrp="1"/>
          </p:cNvSpPr>
          <p:nvPr>
            <p:ph type="body"/>
          </p:nvPr>
        </p:nvSpPr>
        <p:spPr>
          <a:xfrm>
            <a:off x="6172200" y="2249640"/>
            <a:ext cx="4874760" cy="3541320"/>
          </a:xfrm>
          <a:prstGeom prst="rect">
            <a:avLst/>
          </a:prstGeom>
          <a:noFill/>
          <a:ln w="0">
            <a:noFill/>
          </a:ln>
        </p:spPr>
        <p:txBody>
          <a:bodyPr lIns="91440" rIns="91440" tIns="45720" bIns="45720" anchor="t">
            <a:noAutofit/>
          </a:bodyPr>
          <a:p>
            <a:pPr marL="228600" indent="-228600" defTabSz="914400">
              <a:lnSpc>
                <a:spcPct val="120000"/>
              </a:lnSpc>
              <a:spcBef>
                <a:spcPts val="1001"/>
              </a:spcBef>
              <a:buClr>
                <a:srgbClr val="ffffff"/>
              </a:buClr>
              <a:buSzPct val="125000"/>
              <a:buFont typeface="Arial"/>
              <a:buChar char="•"/>
            </a:pPr>
            <a:r>
              <a:rPr b="0" lang="en-US" sz="2400" strike="noStrike" u="none">
                <a:solidFill>
                  <a:schemeClr val="lt1"/>
                </a:solidFill>
                <a:effectLst/>
                <a:uFillTx/>
                <a:latin typeface="Tw Cen MT"/>
              </a:rPr>
              <a:t>Click to edit Master text styles</a:t>
            </a:r>
            <a:endParaRPr b="0" lang="en-US" sz="2400" strike="noStrike" u="none">
              <a:solidFill>
                <a:schemeClr val="lt1"/>
              </a:solidFill>
              <a:effectLst/>
              <a:uFillTx/>
              <a:latin typeface="Tw Cen MT"/>
            </a:endParaRPr>
          </a:p>
          <a:p>
            <a:pPr lvl="1" marL="685800" indent="-228600" defTabSz="914400">
              <a:lnSpc>
                <a:spcPct val="120000"/>
              </a:lnSpc>
              <a:spcBef>
                <a:spcPts val="499"/>
              </a:spcBef>
              <a:buClr>
                <a:srgbClr val="ffffff"/>
              </a:buClr>
              <a:buSzPct val="125000"/>
              <a:buFont typeface="Arial"/>
              <a:buChar char="•"/>
            </a:pPr>
            <a:r>
              <a:rPr b="0" lang="en-US" sz="2000" strike="noStrike" u="none">
                <a:solidFill>
                  <a:schemeClr val="lt1"/>
                </a:solidFill>
                <a:effectLst/>
                <a:uFillTx/>
                <a:latin typeface="Tw Cen MT"/>
              </a:rPr>
              <a:t>Second level</a:t>
            </a:r>
            <a:endParaRPr b="0" lang="en-US" sz="2000" strike="noStrike" u="none">
              <a:solidFill>
                <a:schemeClr val="lt1"/>
              </a:solidFill>
              <a:effectLst/>
              <a:uFillTx/>
              <a:latin typeface="Tw Cen MT"/>
            </a:endParaRPr>
          </a:p>
          <a:p>
            <a:pPr lvl="2" marL="1143000" indent="-228600" defTabSz="914400">
              <a:lnSpc>
                <a:spcPct val="120000"/>
              </a:lnSpc>
              <a:spcBef>
                <a:spcPts val="499"/>
              </a:spcBef>
              <a:buClr>
                <a:srgbClr val="ffffff"/>
              </a:buClr>
              <a:buSzPct val="125000"/>
              <a:buFont typeface="Arial"/>
              <a:buChar char="•"/>
            </a:pPr>
            <a:r>
              <a:rPr b="0" lang="en-US" sz="1800" strike="noStrike" u="none">
                <a:solidFill>
                  <a:schemeClr val="lt1"/>
                </a:solidFill>
                <a:effectLst/>
                <a:uFillTx/>
                <a:latin typeface="Tw Cen MT"/>
              </a:rPr>
              <a:t>Third level</a:t>
            </a:r>
            <a:endParaRPr b="0" lang="en-US" sz="1800" strike="noStrike" u="none">
              <a:solidFill>
                <a:schemeClr val="lt1"/>
              </a:solidFill>
              <a:effectLst/>
              <a:uFillTx/>
              <a:latin typeface="Tw Cen MT"/>
            </a:endParaRPr>
          </a:p>
          <a:p>
            <a:pPr lvl="3" marL="1600200" indent="-228600" defTabSz="914400">
              <a:lnSpc>
                <a:spcPct val="120000"/>
              </a:lnSpc>
              <a:spcBef>
                <a:spcPts val="499"/>
              </a:spcBef>
              <a:buClr>
                <a:srgbClr val="ffffff"/>
              </a:buClr>
              <a:buSzPct val="125000"/>
              <a:buFont typeface="Arial"/>
              <a:buChar char="•"/>
            </a:pPr>
            <a:r>
              <a:rPr b="0" lang="en-US" sz="1600" strike="noStrike" u="none">
                <a:solidFill>
                  <a:schemeClr val="lt1"/>
                </a:solidFill>
                <a:effectLst/>
                <a:uFillTx/>
                <a:latin typeface="Tw Cen MT"/>
              </a:rPr>
              <a:t>Fourth level</a:t>
            </a:r>
            <a:endParaRPr b="0" lang="en-US" sz="1600" strike="noStrike" u="none">
              <a:solidFill>
                <a:schemeClr val="lt1"/>
              </a:solidFill>
              <a:effectLst/>
              <a:uFillTx/>
              <a:latin typeface="Tw Cen MT"/>
            </a:endParaRPr>
          </a:p>
          <a:p>
            <a:pPr lvl="4" marL="2057400" indent="-228600" defTabSz="914400">
              <a:lnSpc>
                <a:spcPct val="120000"/>
              </a:lnSpc>
              <a:spcBef>
                <a:spcPts val="499"/>
              </a:spcBef>
              <a:buClr>
                <a:srgbClr val="ffffff"/>
              </a:buClr>
              <a:buSzPct val="125000"/>
              <a:buFont typeface="Arial"/>
              <a:buChar char="•"/>
            </a:pPr>
            <a:r>
              <a:rPr b="0" lang="en-US" sz="1600" strike="noStrike" u="none">
                <a:solidFill>
                  <a:schemeClr val="lt1"/>
                </a:solidFill>
                <a:effectLst/>
                <a:uFillTx/>
                <a:latin typeface="Tw Cen MT"/>
              </a:rPr>
              <a:t>Fifth level</a:t>
            </a:r>
            <a:endParaRPr b="0" lang="en-US" sz="1600" strike="noStrike" u="none">
              <a:solidFill>
                <a:schemeClr val="lt1"/>
              </a:solidFill>
              <a:effectLst/>
              <a:uFillTx/>
              <a:latin typeface="Tw Cen MT"/>
            </a:endParaRPr>
          </a:p>
        </p:txBody>
      </p:sp>
      <p:sp>
        <p:nvSpPr>
          <p:cNvPr id="627" name="PlaceHolder 4"/>
          <p:cNvSpPr>
            <a:spLocks noGrp="1"/>
          </p:cNvSpPr>
          <p:nvPr>
            <p:ph type="dt" idx="34"/>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628" name="PlaceHolder 5"/>
          <p:cNvSpPr>
            <a:spLocks noGrp="1"/>
          </p:cNvSpPr>
          <p:nvPr>
            <p:ph type="ftr" idx="35"/>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629" name="PlaceHolder 6"/>
          <p:cNvSpPr>
            <a:spLocks noGrp="1"/>
          </p:cNvSpPr>
          <p:nvPr>
            <p:ph type="sldNum" idx="36"/>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92434A94-04FE-4916-8F53-499FFE73C079}"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stretch/>
        </a:blipFill>
      </p:bgPr>
    </p:bg>
    <p:spTree>
      <p:nvGrpSpPr>
        <p:cNvPr id="1" name=""/>
        <p:cNvGrpSpPr/>
        <p:nvPr/>
      </p:nvGrpSpPr>
      <p:grpSpPr>
        <a:xfrm>
          <a:off x="0" y="0"/>
          <a:ext cx="0" cy="0"/>
          <a:chOff x="0" y="0"/>
          <a:chExt cx="0" cy="0"/>
        </a:xfrm>
      </p:grpSpPr>
      <p:pic>
        <p:nvPicPr>
          <p:cNvPr id="630"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631" name="Group 7"/>
          <p:cNvGrpSpPr/>
          <p:nvPr/>
        </p:nvGrpSpPr>
        <p:grpSpPr>
          <a:xfrm>
            <a:off x="-14400" y="0"/>
            <a:ext cx="12053520" cy="6857640"/>
            <a:chOff x="-14400" y="0"/>
            <a:chExt cx="12053520" cy="6857640"/>
          </a:xfrm>
        </p:grpSpPr>
        <p:grpSp>
          <p:nvGrpSpPr>
            <p:cNvPr id="632" name="Group 8"/>
            <p:cNvGrpSpPr/>
            <p:nvPr/>
          </p:nvGrpSpPr>
          <p:grpSpPr>
            <a:xfrm>
              <a:off x="-14400" y="0"/>
              <a:ext cx="1220760" cy="6857640"/>
              <a:chOff x="-14400" y="0"/>
              <a:chExt cx="1220760" cy="6857640"/>
            </a:xfrm>
          </p:grpSpPr>
          <p:sp>
            <p:nvSpPr>
              <p:cNvPr id="633"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34"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35"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36"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37"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38"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39"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40"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41"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42"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43"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44"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645"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46"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47"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48"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49"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50"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51"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52"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53"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54"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55"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56"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57"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58"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59"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660" name="Group 9"/>
            <p:cNvGrpSpPr/>
            <p:nvPr/>
          </p:nvGrpSpPr>
          <p:grpSpPr>
            <a:xfrm>
              <a:off x="11364840" y="0"/>
              <a:ext cx="674280" cy="6848280"/>
              <a:chOff x="11364840" y="0"/>
              <a:chExt cx="674280" cy="6848280"/>
            </a:xfrm>
          </p:grpSpPr>
          <p:sp>
            <p:nvSpPr>
              <p:cNvPr id="661"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62"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63"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64"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65"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66"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67"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68"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69"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70"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671" name="PlaceHolder 1"/>
          <p:cNvSpPr>
            <a:spLocks noGrp="1"/>
          </p:cNvSpPr>
          <p:nvPr>
            <p:ph type="title"/>
          </p:nvPr>
        </p:nvSpPr>
        <p:spPr>
          <a:xfrm>
            <a:off x="1141560" y="619200"/>
            <a:ext cx="9905760" cy="1477440"/>
          </a:xfrm>
          <a:prstGeom prst="rect">
            <a:avLst/>
          </a:prstGeom>
          <a:noFill/>
          <a:ln w="0">
            <a:noFill/>
          </a:ln>
        </p:spPr>
        <p:txBody>
          <a:bodyPr lIns="91440" rIns="91440" tIns="45720" bIns="45720" anchor="ctr">
            <a:noAutofit/>
          </a:bodyPr>
          <a:p>
            <a:pPr indent="0" defTabSz="914400">
              <a:lnSpc>
                <a:spcPct val="90000"/>
              </a:lnSpc>
              <a:buNone/>
            </a:pPr>
            <a:r>
              <a:rPr b="0" lang="en-US" sz="3600" strike="noStrike" u="none" cap="all">
                <a:solidFill>
                  <a:schemeClr val="lt1"/>
                </a:solidFill>
                <a:effectLst/>
                <a:uFillTx/>
                <a:latin typeface="Tw Cen MT"/>
              </a:rPr>
              <a:t>Click to edit Master title style</a:t>
            </a:r>
            <a:endParaRPr b="0" lang="en-US" sz="3600" strike="noStrike" u="none">
              <a:solidFill>
                <a:schemeClr val="lt1"/>
              </a:solidFill>
              <a:effectLst/>
              <a:uFillTx/>
              <a:latin typeface="Tw Cen MT"/>
            </a:endParaRPr>
          </a:p>
        </p:txBody>
      </p:sp>
      <p:sp>
        <p:nvSpPr>
          <p:cNvPr id="672" name="PlaceHolder 2"/>
          <p:cNvSpPr>
            <a:spLocks noGrp="1"/>
          </p:cNvSpPr>
          <p:nvPr>
            <p:ph type="body"/>
          </p:nvPr>
        </p:nvSpPr>
        <p:spPr>
          <a:xfrm>
            <a:off x="1370160" y="2249640"/>
            <a:ext cx="464940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trike="noStrike" u="none" cap="all">
                <a:solidFill>
                  <a:schemeClr val="lt1"/>
                </a:solidFill>
                <a:effectLst/>
                <a:uFillTx/>
                <a:latin typeface="Tw Cen MT"/>
              </a:rPr>
              <a:t>Click to edit Master text styles</a:t>
            </a:r>
            <a:endParaRPr b="0" lang="en-US" sz="2400" strike="noStrike" u="none">
              <a:solidFill>
                <a:schemeClr val="lt1"/>
              </a:solidFill>
              <a:effectLst/>
              <a:uFillTx/>
              <a:latin typeface="Tw Cen MT"/>
            </a:endParaRPr>
          </a:p>
        </p:txBody>
      </p:sp>
      <p:sp>
        <p:nvSpPr>
          <p:cNvPr id="673" name="PlaceHolder 3"/>
          <p:cNvSpPr>
            <a:spLocks noGrp="1"/>
          </p:cNvSpPr>
          <p:nvPr>
            <p:ph type="body"/>
          </p:nvPr>
        </p:nvSpPr>
        <p:spPr>
          <a:xfrm>
            <a:off x="1141560" y="3073320"/>
            <a:ext cx="4878000" cy="2717280"/>
          </a:xfrm>
          <a:prstGeom prst="rect">
            <a:avLst/>
          </a:prstGeom>
          <a:noFill/>
          <a:ln w="0">
            <a:noFill/>
          </a:ln>
        </p:spPr>
        <p:txBody>
          <a:bodyPr lIns="91440" rIns="91440" tIns="45720" bIns="45720" anchor="t">
            <a:noAutofit/>
          </a:bodyPr>
          <a:p>
            <a:pPr marL="228600" indent="-228600" defTabSz="914400">
              <a:lnSpc>
                <a:spcPct val="120000"/>
              </a:lnSpc>
              <a:spcBef>
                <a:spcPts val="1001"/>
              </a:spcBef>
              <a:buClr>
                <a:srgbClr val="ffffff"/>
              </a:buClr>
              <a:buSzPct val="125000"/>
              <a:buFont typeface="Arial"/>
              <a:buChar char="•"/>
            </a:pPr>
            <a:r>
              <a:rPr b="0" lang="en-US" sz="2400" strike="noStrike" u="none">
                <a:solidFill>
                  <a:schemeClr val="lt1"/>
                </a:solidFill>
                <a:effectLst/>
                <a:uFillTx/>
                <a:latin typeface="Tw Cen MT"/>
              </a:rPr>
              <a:t>Click to edit Master text styles</a:t>
            </a:r>
            <a:endParaRPr b="0" lang="en-US" sz="2400" strike="noStrike" u="none">
              <a:solidFill>
                <a:schemeClr val="lt1"/>
              </a:solidFill>
              <a:effectLst/>
              <a:uFillTx/>
              <a:latin typeface="Tw Cen MT"/>
            </a:endParaRPr>
          </a:p>
          <a:p>
            <a:pPr lvl="1" marL="685800" indent="-228600" defTabSz="914400">
              <a:lnSpc>
                <a:spcPct val="120000"/>
              </a:lnSpc>
              <a:spcBef>
                <a:spcPts val="499"/>
              </a:spcBef>
              <a:buClr>
                <a:srgbClr val="ffffff"/>
              </a:buClr>
              <a:buSzPct val="125000"/>
              <a:buFont typeface="Arial"/>
              <a:buChar char="•"/>
            </a:pPr>
            <a:r>
              <a:rPr b="0" lang="en-US" sz="2000" strike="noStrike" u="none">
                <a:solidFill>
                  <a:schemeClr val="lt1"/>
                </a:solidFill>
                <a:effectLst/>
                <a:uFillTx/>
                <a:latin typeface="Tw Cen MT"/>
              </a:rPr>
              <a:t>Second level</a:t>
            </a:r>
            <a:endParaRPr b="0" lang="en-US" sz="2000" strike="noStrike" u="none">
              <a:solidFill>
                <a:schemeClr val="lt1"/>
              </a:solidFill>
              <a:effectLst/>
              <a:uFillTx/>
              <a:latin typeface="Tw Cen MT"/>
            </a:endParaRPr>
          </a:p>
          <a:p>
            <a:pPr lvl="2" marL="1143000" indent="-228600" defTabSz="914400">
              <a:lnSpc>
                <a:spcPct val="120000"/>
              </a:lnSpc>
              <a:spcBef>
                <a:spcPts val="499"/>
              </a:spcBef>
              <a:buClr>
                <a:srgbClr val="ffffff"/>
              </a:buClr>
              <a:buSzPct val="125000"/>
              <a:buFont typeface="Arial"/>
              <a:buChar char="•"/>
            </a:pPr>
            <a:r>
              <a:rPr b="0" lang="en-US" sz="1800" strike="noStrike" u="none">
                <a:solidFill>
                  <a:schemeClr val="lt1"/>
                </a:solidFill>
                <a:effectLst/>
                <a:uFillTx/>
                <a:latin typeface="Tw Cen MT"/>
              </a:rPr>
              <a:t>Third level</a:t>
            </a:r>
            <a:endParaRPr b="0" lang="en-US" sz="1800" strike="noStrike" u="none">
              <a:solidFill>
                <a:schemeClr val="lt1"/>
              </a:solidFill>
              <a:effectLst/>
              <a:uFillTx/>
              <a:latin typeface="Tw Cen MT"/>
            </a:endParaRPr>
          </a:p>
          <a:p>
            <a:pPr lvl="3" marL="1600200" indent="-228600" defTabSz="914400">
              <a:lnSpc>
                <a:spcPct val="120000"/>
              </a:lnSpc>
              <a:spcBef>
                <a:spcPts val="499"/>
              </a:spcBef>
              <a:buClr>
                <a:srgbClr val="ffffff"/>
              </a:buClr>
              <a:buSzPct val="125000"/>
              <a:buFont typeface="Arial"/>
              <a:buChar char="•"/>
            </a:pPr>
            <a:r>
              <a:rPr b="0" lang="en-US" sz="1600" strike="noStrike" u="none">
                <a:solidFill>
                  <a:schemeClr val="lt1"/>
                </a:solidFill>
                <a:effectLst/>
                <a:uFillTx/>
                <a:latin typeface="Tw Cen MT"/>
              </a:rPr>
              <a:t>Fourth level</a:t>
            </a:r>
            <a:endParaRPr b="0" lang="en-US" sz="1600" strike="noStrike" u="none">
              <a:solidFill>
                <a:schemeClr val="lt1"/>
              </a:solidFill>
              <a:effectLst/>
              <a:uFillTx/>
              <a:latin typeface="Tw Cen MT"/>
            </a:endParaRPr>
          </a:p>
          <a:p>
            <a:pPr lvl="4" marL="2057400" indent="-228600" defTabSz="914400">
              <a:lnSpc>
                <a:spcPct val="120000"/>
              </a:lnSpc>
              <a:spcBef>
                <a:spcPts val="499"/>
              </a:spcBef>
              <a:buClr>
                <a:srgbClr val="ffffff"/>
              </a:buClr>
              <a:buSzPct val="125000"/>
              <a:buFont typeface="Arial"/>
              <a:buChar char="•"/>
            </a:pPr>
            <a:r>
              <a:rPr b="0" lang="en-US" sz="1600" strike="noStrike" u="none">
                <a:solidFill>
                  <a:schemeClr val="lt1"/>
                </a:solidFill>
                <a:effectLst/>
                <a:uFillTx/>
                <a:latin typeface="Tw Cen MT"/>
              </a:rPr>
              <a:t>Fifth level</a:t>
            </a:r>
            <a:endParaRPr b="0" lang="en-US" sz="1600" strike="noStrike" u="none">
              <a:solidFill>
                <a:schemeClr val="lt1"/>
              </a:solidFill>
              <a:effectLst/>
              <a:uFillTx/>
              <a:latin typeface="Tw Cen MT"/>
            </a:endParaRPr>
          </a:p>
        </p:txBody>
      </p:sp>
      <p:sp>
        <p:nvSpPr>
          <p:cNvPr id="674" name="PlaceHolder 4"/>
          <p:cNvSpPr>
            <a:spLocks noGrp="1"/>
          </p:cNvSpPr>
          <p:nvPr>
            <p:ph type="body"/>
          </p:nvPr>
        </p:nvSpPr>
        <p:spPr>
          <a:xfrm>
            <a:off x="6400800" y="2249640"/>
            <a:ext cx="46461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trike="noStrike" u="none" cap="all">
                <a:solidFill>
                  <a:schemeClr val="lt1"/>
                </a:solidFill>
                <a:effectLst/>
                <a:uFillTx/>
                <a:latin typeface="Tw Cen MT"/>
              </a:rPr>
              <a:t>Click to edit Master text styles</a:t>
            </a:r>
            <a:endParaRPr b="0" lang="en-US" sz="2400" strike="noStrike" u="none">
              <a:solidFill>
                <a:schemeClr val="lt1"/>
              </a:solidFill>
              <a:effectLst/>
              <a:uFillTx/>
              <a:latin typeface="Tw Cen MT"/>
            </a:endParaRPr>
          </a:p>
        </p:txBody>
      </p:sp>
      <p:sp>
        <p:nvSpPr>
          <p:cNvPr id="675" name="PlaceHolder 5"/>
          <p:cNvSpPr>
            <a:spLocks noGrp="1"/>
          </p:cNvSpPr>
          <p:nvPr>
            <p:ph type="body"/>
          </p:nvPr>
        </p:nvSpPr>
        <p:spPr>
          <a:xfrm>
            <a:off x="6172200" y="3073320"/>
            <a:ext cx="4874760" cy="2717280"/>
          </a:xfrm>
          <a:prstGeom prst="rect">
            <a:avLst/>
          </a:prstGeom>
          <a:noFill/>
          <a:ln w="0">
            <a:noFill/>
          </a:ln>
        </p:spPr>
        <p:txBody>
          <a:bodyPr lIns="91440" rIns="91440" tIns="45720" bIns="45720" anchor="t">
            <a:noAutofit/>
          </a:bodyPr>
          <a:p>
            <a:pPr marL="228600" indent="-228600" defTabSz="914400">
              <a:lnSpc>
                <a:spcPct val="120000"/>
              </a:lnSpc>
              <a:spcBef>
                <a:spcPts val="1001"/>
              </a:spcBef>
              <a:buClr>
                <a:srgbClr val="ffffff"/>
              </a:buClr>
              <a:buSzPct val="125000"/>
              <a:buFont typeface="Arial"/>
              <a:buChar char="•"/>
            </a:pPr>
            <a:r>
              <a:rPr b="0" lang="en-US" sz="2400" strike="noStrike" u="none">
                <a:solidFill>
                  <a:schemeClr val="lt1"/>
                </a:solidFill>
                <a:effectLst/>
                <a:uFillTx/>
                <a:latin typeface="Tw Cen MT"/>
              </a:rPr>
              <a:t>Click to edit Master text styles</a:t>
            </a:r>
            <a:endParaRPr b="0" lang="en-US" sz="2400" strike="noStrike" u="none">
              <a:solidFill>
                <a:schemeClr val="lt1"/>
              </a:solidFill>
              <a:effectLst/>
              <a:uFillTx/>
              <a:latin typeface="Tw Cen MT"/>
            </a:endParaRPr>
          </a:p>
          <a:p>
            <a:pPr lvl="1" marL="685800" indent="-228600" defTabSz="914400">
              <a:lnSpc>
                <a:spcPct val="120000"/>
              </a:lnSpc>
              <a:spcBef>
                <a:spcPts val="499"/>
              </a:spcBef>
              <a:buClr>
                <a:srgbClr val="ffffff"/>
              </a:buClr>
              <a:buSzPct val="125000"/>
              <a:buFont typeface="Arial"/>
              <a:buChar char="•"/>
            </a:pPr>
            <a:r>
              <a:rPr b="0" lang="en-US" sz="2000" strike="noStrike" u="none">
                <a:solidFill>
                  <a:schemeClr val="lt1"/>
                </a:solidFill>
                <a:effectLst/>
                <a:uFillTx/>
                <a:latin typeface="Tw Cen MT"/>
              </a:rPr>
              <a:t>Second level</a:t>
            </a:r>
            <a:endParaRPr b="0" lang="en-US" sz="2000" strike="noStrike" u="none">
              <a:solidFill>
                <a:schemeClr val="lt1"/>
              </a:solidFill>
              <a:effectLst/>
              <a:uFillTx/>
              <a:latin typeface="Tw Cen MT"/>
            </a:endParaRPr>
          </a:p>
          <a:p>
            <a:pPr lvl="2" marL="1143000" indent="-228600" defTabSz="914400">
              <a:lnSpc>
                <a:spcPct val="120000"/>
              </a:lnSpc>
              <a:spcBef>
                <a:spcPts val="499"/>
              </a:spcBef>
              <a:buClr>
                <a:srgbClr val="ffffff"/>
              </a:buClr>
              <a:buSzPct val="125000"/>
              <a:buFont typeface="Arial"/>
              <a:buChar char="•"/>
            </a:pPr>
            <a:r>
              <a:rPr b="0" lang="en-US" sz="1800" strike="noStrike" u="none">
                <a:solidFill>
                  <a:schemeClr val="lt1"/>
                </a:solidFill>
                <a:effectLst/>
                <a:uFillTx/>
                <a:latin typeface="Tw Cen MT"/>
              </a:rPr>
              <a:t>Third level</a:t>
            </a:r>
            <a:endParaRPr b="0" lang="en-US" sz="1800" strike="noStrike" u="none">
              <a:solidFill>
                <a:schemeClr val="lt1"/>
              </a:solidFill>
              <a:effectLst/>
              <a:uFillTx/>
              <a:latin typeface="Tw Cen MT"/>
            </a:endParaRPr>
          </a:p>
          <a:p>
            <a:pPr lvl="3" marL="1600200" indent="-228600" defTabSz="914400">
              <a:lnSpc>
                <a:spcPct val="120000"/>
              </a:lnSpc>
              <a:spcBef>
                <a:spcPts val="499"/>
              </a:spcBef>
              <a:buClr>
                <a:srgbClr val="ffffff"/>
              </a:buClr>
              <a:buSzPct val="125000"/>
              <a:buFont typeface="Arial"/>
              <a:buChar char="•"/>
            </a:pPr>
            <a:r>
              <a:rPr b="0" lang="en-US" sz="1600" strike="noStrike" u="none">
                <a:solidFill>
                  <a:schemeClr val="lt1"/>
                </a:solidFill>
                <a:effectLst/>
                <a:uFillTx/>
                <a:latin typeface="Tw Cen MT"/>
              </a:rPr>
              <a:t>Fourth level</a:t>
            </a:r>
            <a:endParaRPr b="0" lang="en-US" sz="1600" strike="noStrike" u="none">
              <a:solidFill>
                <a:schemeClr val="lt1"/>
              </a:solidFill>
              <a:effectLst/>
              <a:uFillTx/>
              <a:latin typeface="Tw Cen MT"/>
            </a:endParaRPr>
          </a:p>
          <a:p>
            <a:pPr lvl="4" marL="2057400" indent="-228600" defTabSz="914400">
              <a:lnSpc>
                <a:spcPct val="120000"/>
              </a:lnSpc>
              <a:spcBef>
                <a:spcPts val="499"/>
              </a:spcBef>
              <a:buClr>
                <a:srgbClr val="ffffff"/>
              </a:buClr>
              <a:buSzPct val="125000"/>
              <a:buFont typeface="Arial"/>
              <a:buChar char="•"/>
            </a:pPr>
            <a:r>
              <a:rPr b="0" lang="en-US" sz="1600" strike="noStrike" u="none">
                <a:solidFill>
                  <a:schemeClr val="lt1"/>
                </a:solidFill>
                <a:effectLst/>
                <a:uFillTx/>
                <a:latin typeface="Tw Cen MT"/>
              </a:rPr>
              <a:t>Fifth level</a:t>
            </a:r>
            <a:endParaRPr b="0" lang="en-US" sz="1600" strike="noStrike" u="none">
              <a:solidFill>
                <a:schemeClr val="lt1"/>
              </a:solidFill>
              <a:effectLst/>
              <a:uFillTx/>
              <a:latin typeface="Tw Cen MT"/>
            </a:endParaRPr>
          </a:p>
        </p:txBody>
      </p:sp>
      <p:sp>
        <p:nvSpPr>
          <p:cNvPr id="676" name="PlaceHolder 6"/>
          <p:cNvSpPr>
            <a:spLocks noGrp="1"/>
          </p:cNvSpPr>
          <p:nvPr>
            <p:ph type="dt" idx="37"/>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677" name="PlaceHolder 7"/>
          <p:cNvSpPr>
            <a:spLocks noGrp="1"/>
          </p:cNvSpPr>
          <p:nvPr>
            <p:ph type="ftr" idx="38"/>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678" name="PlaceHolder 8"/>
          <p:cNvSpPr>
            <a:spLocks noGrp="1"/>
          </p:cNvSpPr>
          <p:nvPr>
            <p:ph type="sldNum" idx="39"/>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59949AEC-81EF-4AED-94F4-96859B03B2E2}"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stretch/>
        </a:blipFill>
      </p:bgPr>
    </p:bg>
    <p:spTree>
      <p:nvGrpSpPr>
        <p:cNvPr id="1" name=""/>
        <p:cNvGrpSpPr/>
        <p:nvPr/>
      </p:nvGrpSpPr>
      <p:grpSpPr>
        <a:xfrm>
          <a:off x="0" y="0"/>
          <a:ext cx="0" cy="0"/>
          <a:chOff x="0" y="0"/>
          <a:chExt cx="0" cy="0"/>
        </a:xfrm>
      </p:grpSpPr>
      <p:pic>
        <p:nvPicPr>
          <p:cNvPr id="679"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680" name="Group 7"/>
          <p:cNvGrpSpPr/>
          <p:nvPr/>
        </p:nvGrpSpPr>
        <p:grpSpPr>
          <a:xfrm>
            <a:off x="-14400" y="0"/>
            <a:ext cx="12053520" cy="6857640"/>
            <a:chOff x="-14400" y="0"/>
            <a:chExt cx="12053520" cy="6857640"/>
          </a:xfrm>
        </p:grpSpPr>
        <p:grpSp>
          <p:nvGrpSpPr>
            <p:cNvPr id="681" name="Group 8"/>
            <p:cNvGrpSpPr/>
            <p:nvPr/>
          </p:nvGrpSpPr>
          <p:grpSpPr>
            <a:xfrm>
              <a:off x="-14400" y="0"/>
              <a:ext cx="1220760" cy="6857640"/>
              <a:chOff x="-14400" y="0"/>
              <a:chExt cx="1220760" cy="6857640"/>
            </a:xfrm>
          </p:grpSpPr>
          <p:sp>
            <p:nvSpPr>
              <p:cNvPr id="682"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83"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84"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85"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86"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87"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88"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89"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90"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91"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92"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93"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694"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95"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96"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97"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98"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99"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00"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01"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02"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03"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04"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05"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06"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07"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08"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709" name="Group 9"/>
            <p:cNvGrpSpPr/>
            <p:nvPr/>
          </p:nvGrpSpPr>
          <p:grpSpPr>
            <a:xfrm>
              <a:off x="11364840" y="0"/>
              <a:ext cx="674280" cy="6848280"/>
              <a:chOff x="11364840" y="0"/>
              <a:chExt cx="674280" cy="6848280"/>
            </a:xfrm>
          </p:grpSpPr>
          <p:sp>
            <p:nvSpPr>
              <p:cNvPr id="710"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11"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12"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13"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14"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15"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16"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17"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18"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19"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720"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Autofit/>
          </a:bodyPr>
          <a:p>
            <a:pPr indent="0" defTabSz="914400">
              <a:lnSpc>
                <a:spcPct val="90000"/>
              </a:lnSpc>
              <a:buNone/>
            </a:pPr>
            <a:r>
              <a:rPr b="0" lang="en-US" sz="3600" strike="noStrike" u="none" cap="all">
                <a:solidFill>
                  <a:schemeClr val="lt1"/>
                </a:solidFill>
                <a:effectLst/>
                <a:uFillTx/>
                <a:latin typeface="Tw Cen MT"/>
              </a:rPr>
              <a:t>Click to edit Master title style</a:t>
            </a:r>
            <a:endParaRPr b="0" lang="en-US" sz="3600" strike="noStrike" u="none">
              <a:solidFill>
                <a:schemeClr val="lt1"/>
              </a:solidFill>
              <a:effectLst/>
              <a:uFillTx/>
              <a:latin typeface="Tw Cen MT"/>
            </a:endParaRPr>
          </a:p>
        </p:txBody>
      </p:sp>
      <p:sp>
        <p:nvSpPr>
          <p:cNvPr id="721" name="PlaceHolder 2"/>
          <p:cNvSpPr>
            <a:spLocks noGrp="1"/>
          </p:cNvSpPr>
          <p:nvPr>
            <p:ph type="dt" idx="40"/>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722" name="PlaceHolder 3"/>
          <p:cNvSpPr>
            <a:spLocks noGrp="1"/>
          </p:cNvSpPr>
          <p:nvPr>
            <p:ph type="ftr" idx="41"/>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723" name="PlaceHolder 4"/>
          <p:cNvSpPr>
            <a:spLocks noGrp="1"/>
          </p:cNvSpPr>
          <p:nvPr>
            <p:ph type="sldNum" idx="42"/>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5E6D6F5B-2D63-443D-B919-B0359C381A59}"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lank">
    <p:bg>
      <p:bgPr>
        <a:blipFill rotWithShape="0">
          <a:blip r:embed="rId2"/>
          <a:stretch/>
        </a:blipFill>
      </p:bgPr>
    </p:bg>
    <p:spTree>
      <p:nvGrpSpPr>
        <p:cNvPr id="1" name=""/>
        <p:cNvGrpSpPr/>
        <p:nvPr/>
      </p:nvGrpSpPr>
      <p:grpSpPr>
        <a:xfrm>
          <a:off x="0" y="0"/>
          <a:ext cx="0" cy="0"/>
          <a:chOff x="0" y="0"/>
          <a:chExt cx="0" cy="0"/>
        </a:xfrm>
      </p:grpSpPr>
      <p:pic>
        <p:nvPicPr>
          <p:cNvPr id="724"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725" name="Group 7"/>
          <p:cNvGrpSpPr/>
          <p:nvPr/>
        </p:nvGrpSpPr>
        <p:grpSpPr>
          <a:xfrm>
            <a:off x="-14400" y="0"/>
            <a:ext cx="12053520" cy="6857640"/>
            <a:chOff x="-14400" y="0"/>
            <a:chExt cx="12053520" cy="6857640"/>
          </a:xfrm>
        </p:grpSpPr>
        <p:grpSp>
          <p:nvGrpSpPr>
            <p:cNvPr id="726" name="Group 8"/>
            <p:cNvGrpSpPr/>
            <p:nvPr/>
          </p:nvGrpSpPr>
          <p:grpSpPr>
            <a:xfrm>
              <a:off x="-14400" y="0"/>
              <a:ext cx="1220760" cy="6857640"/>
              <a:chOff x="-14400" y="0"/>
              <a:chExt cx="1220760" cy="6857640"/>
            </a:xfrm>
          </p:grpSpPr>
          <p:sp>
            <p:nvSpPr>
              <p:cNvPr id="727"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28"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29"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0"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1"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2"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3"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4"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5"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6"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7"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8"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739"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0"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1"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2"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3"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4"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5"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6"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7"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8"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9"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0"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1"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2"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3"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754" name="Group 9"/>
            <p:cNvGrpSpPr/>
            <p:nvPr/>
          </p:nvGrpSpPr>
          <p:grpSpPr>
            <a:xfrm>
              <a:off x="11364840" y="0"/>
              <a:ext cx="674280" cy="6848280"/>
              <a:chOff x="11364840" y="0"/>
              <a:chExt cx="674280" cy="6848280"/>
            </a:xfrm>
          </p:grpSpPr>
          <p:sp>
            <p:nvSpPr>
              <p:cNvPr id="755"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6"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7"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8"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9"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60"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61"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62"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63"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64"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765" name="PlaceHolder 1"/>
          <p:cNvSpPr>
            <a:spLocks noGrp="1"/>
          </p:cNvSpPr>
          <p:nvPr>
            <p:ph type="dt" idx="43"/>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766" name="PlaceHolder 2"/>
          <p:cNvSpPr>
            <a:spLocks noGrp="1"/>
          </p:cNvSpPr>
          <p:nvPr>
            <p:ph type="ftr" idx="44"/>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767" name="PlaceHolder 3"/>
          <p:cNvSpPr>
            <a:spLocks noGrp="1"/>
          </p:cNvSpPr>
          <p:nvPr>
            <p:ph type="sldNum" idx="45"/>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CABA8592-069C-4DBA-8E1F-8AE6758800A1}"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
        <p:nvSpPr>
          <p:cNvPr id="768"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lt1"/>
                </a:solidFill>
                <a:effectLst/>
                <a:uFillTx/>
                <a:latin typeface="Tw Cen MT"/>
              </a:rPr>
              <a:t>Click to edit the title text format</a:t>
            </a:r>
            <a:endParaRPr b="0" lang="en-US" sz="1800" strike="noStrike" u="none">
              <a:solidFill>
                <a:schemeClr val="lt1"/>
              </a:solidFill>
              <a:effectLst/>
              <a:uFillTx/>
              <a:latin typeface="Tw Cen MT"/>
            </a:endParaRPr>
          </a:p>
        </p:txBody>
      </p:sp>
      <p:sp>
        <p:nvSpPr>
          <p:cNvPr id="769"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en-US" sz="2400" strike="noStrike" u="none">
                <a:solidFill>
                  <a:schemeClr val="lt1"/>
                </a:solidFill>
                <a:effectLst/>
                <a:uFillTx/>
                <a:latin typeface="Tw Cen MT"/>
              </a:rPr>
              <a:t>Click to edit the outline text format</a:t>
            </a:r>
            <a:endParaRPr b="0" lang="en-US" sz="2400" strike="noStrike" u="none">
              <a:solidFill>
                <a:schemeClr val="lt1"/>
              </a:solidFill>
              <a:effectLst/>
              <a:uFillTx/>
              <a:latin typeface="Tw Cen MT"/>
            </a:endParaRPr>
          </a:p>
          <a:p>
            <a:pPr lvl="1" marL="864000" indent="-324000">
              <a:lnSpc>
                <a:spcPct val="120000"/>
              </a:lnSpc>
              <a:spcBef>
                <a:spcPts val="1134"/>
              </a:spcBef>
              <a:buClr>
                <a:srgbClr val="ffffff"/>
              </a:buClr>
              <a:buSzPct val="75000"/>
              <a:buFont typeface="Symbol" charset="2"/>
              <a:buChar char=""/>
            </a:pPr>
            <a:r>
              <a:rPr b="0" lang="en-US" sz="1800" strike="noStrike" u="none">
                <a:solidFill>
                  <a:schemeClr val="lt1"/>
                </a:solidFill>
                <a:effectLst/>
                <a:uFillTx/>
                <a:latin typeface="Tw Cen MT"/>
              </a:rPr>
              <a:t>Second Outline Level</a:t>
            </a:r>
            <a:endParaRPr b="0" lang="en-US" sz="1800" strike="noStrike" u="none">
              <a:solidFill>
                <a:schemeClr val="lt1"/>
              </a:solidFill>
              <a:effectLst/>
              <a:uFillTx/>
              <a:latin typeface="Tw Cen MT"/>
            </a:endParaRPr>
          </a:p>
          <a:p>
            <a:pPr lvl="2" marL="1296000" indent="-288000">
              <a:lnSpc>
                <a:spcPct val="120000"/>
              </a:lnSpc>
              <a:spcBef>
                <a:spcPts val="850"/>
              </a:spcBef>
              <a:buClr>
                <a:srgbClr val="ffffff"/>
              </a:buClr>
              <a:buSzPct val="45000"/>
              <a:buFont typeface="Wingdings" charset="2"/>
              <a:buChar char=""/>
            </a:pPr>
            <a:r>
              <a:rPr b="0" lang="en-US" sz="1600" strike="noStrike" u="none">
                <a:solidFill>
                  <a:schemeClr val="lt1"/>
                </a:solidFill>
                <a:effectLst/>
                <a:uFillTx/>
                <a:latin typeface="Tw Cen MT"/>
              </a:rPr>
              <a:t>Third Outline Level</a:t>
            </a:r>
            <a:endParaRPr b="0" lang="en-US" sz="1600" strike="noStrike" u="none">
              <a:solidFill>
                <a:schemeClr val="lt1"/>
              </a:solidFill>
              <a:effectLst/>
              <a:uFillTx/>
              <a:latin typeface="Tw Cen MT"/>
            </a:endParaRPr>
          </a:p>
          <a:p>
            <a:pPr lvl="3" marL="1728000" indent="-216000">
              <a:lnSpc>
                <a:spcPct val="120000"/>
              </a:lnSpc>
              <a:spcBef>
                <a:spcPts val="567"/>
              </a:spcBef>
              <a:buClr>
                <a:srgbClr val="ffffff"/>
              </a:buClr>
              <a:buSzPct val="75000"/>
              <a:buFont typeface="Symbol" charset="2"/>
              <a:buChar char=""/>
            </a:pPr>
            <a:r>
              <a:rPr b="0" lang="en-US" sz="1600" strike="noStrike" u="none">
                <a:solidFill>
                  <a:schemeClr val="lt1"/>
                </a:solidFill>
                <a:effectLst/>
                <a:uFillTx/>
                <a:latin typeface="Tw Cen MT"/>
              </a:rPr>
              <a:t>Fourth Outline Level</a:t>
            </a:r>
            <a:endParaRPr b="0" lang="en-US" sz="1600" strike="noStrike" u="none">
              <a:solidFill>
                <a:schemeClr val="lt1"/>
              </a:solidFill>
              <a:effectLst/>
              <a:uFillTx/>
              <a:latin typeface="Tw Cen MT"/>
            </a:endParaRPr>
          </a:p>
          <a:p>
            <a:pPr lvl="4" marL="2160000" indent="-216000">
              <a:lnSpc>
                <a:spcPct val="120000"/>
              </a:lnSpc>
              <a:spcBef>
                <a:spcPts val="283"/>
              </a:spcBef>
              <a:buClr>
                <a:srgbClr val="ffffff"/>
              </a:buClr>
              <a:buSzPct val="45000"/>
              <a:buFont typeface="Wingdings" charset="2"/>
              <a:buChar char=""/>
            </a:pPr>
            <a:r>
              <a:rPr b="0" lang="en-US" sz="2000" strike="noStrike" u="none">
                <a:solidFill>
                  <a:schemeClr val="lt1"/>
                </a:solidFill>
                <a:effectLst/>
                <a:uFillTx/>
                <a:latin typeface="Tw Cen MT"/>
              </a:rPr>
              <a:t>Fifth Outline Level</a:t>
            </a:r>
            <a:endParaRPr b="0" lang="en-US" sz="2000" strike="noStrike" u="none">
              <a:solidFill>
                <a:schemeClr val="lt1"/>
              </a:solidFill>
              <a:effectLst/>
              <a:uFillTx/>
              <a:latin typeface="Tw Cen MT"/>
            </a:endParaRPr>
          </a:p>
          <a:p>
            <a:pPr lvl="5" marL="2592000" indent="-216000">
              <a:lnSpc>
                <a:spcPct val="120000"/>
              </a:lnSpc>
              <a:spcBef>
                <a:spcPts val="283"/>
              </a:spcBef>
              <a:buClr>
                <a:srgbClr val="ffffff"/>
              </a:buClr>
              <a:buSzPct val="45000"/>
              <a:buFont typeface="Wingdings" charset="2"/>
              <a:buChar char=""/>
            </a:pPr>
            <a:r>
              <a:rPr b="0" lang="en-US" sz="2000" strike="noStrike" u="none">
                <a:solidFill>
                  <a:schemeClr val="lt1"/>
                </a:solidFill>
                <a:effectLst/>
                <a:uFillTx/>
                <a:latin typeface="Tw Cen MT"/>
              </a:rPr>
              <a:t>Sixth Outline Level</a:t>
            </a:r>
            <a:endParaRPr b="0" lang="en-US" sz="2000" strike="noStrike" u="none">
              <a:solidFill>
                <a:schemeClr val="lt1"/>
              </a:solidFill>
              <a:effectLst/>
              <a:uFillTx/>
              <a:latin typeface="Tw Cen MT"/>
            </a:endParaRPr>
          </a:p>
          <a:p>
            <a:pPr lvl="6" marL="3024000" indent="-216000">
              <a:lnSpc>
                <a:spcPct val="120000"/>
              </a:lnSpc>
              <a:spcBef>
                <a:spcPts val="283"/>
              </a:spcBef>
              <a:buClr>
                <a:srgbClr val="ffffff"/>
              </a:buClr>
              <a:buSzPct val="45000"/>
              <a:buFont typeface="Wingdings" charset="2"/>
              <a:buChar char=""/>
            </a:pPr>
            <a:r>
              <a:rPr b="0" lang="en-US" sz="2000" strike="noStrike" u="none">
                <a:solidFill>
                  <a:schemeClr val="lt1"/>
                </a:solidFill>
                <a:effectLst/>
                <a:uFillTx/>
                <a:latin typeface="Tw Cen MT"/>
              </a:rPr>
              <a:t>Seventh Outline Level</a:t>
            </a:r>
            <a:endParaRPr b="0" lang="en-US" sz="2000" strike="noStrike" u="none">
              <a:solidFill>
                <a:schemeClr val="lt1"/>
              </a:solidFill>
              <a:effectLst/>
              <a:uFillTx/>
              <a:latin typeface="Tw Cen MT"/>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stretch/>
        </a:blipFill>
      </p:bgPr>
    </p:bg>
    <p:spTree>
      <p:nvGrpSpPr>
        <p:cNvPr id="1" name=""/>
        <p:cNvGrpSpPr/>
        <p:nvPr/>
      </p:nvGrpSpPr>
      <p:grpSpPr>
        <a:xfrm>
          <a:off x="0" y="0"/>
          <a:ext cx="0" cy="0"/>
          <a:chOff x="0" y="0"/>
          <a:chExt cx="0" cy="0"/>
        </a:xfrm>
      </p:grpSpPr>
      <p:pic>
        <p:nvPicPr>
          <p:cNvPr id="770"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771" name="Group 7"/>
          <p:cNvGrpSpPr/>
          <p:nvPr/>
        </p:nvGrpSpPr>
        <p:grpSpPr>
          <a:xfrm>
            <a:off x="-14400" y="0"/>
            <a:ext cx="12053520" cy="6857640"/>
            <a:chOff x="-14400" y="0"/>
            <a:chExt cx="12053520" cy="6857640"/>
          </a:xfrm>
        </p:grpSpPr>
        <p:grpSp>
          <p:nvGrpSpPr>
            <p:cNvPr id="772" name="Group 8"/>
            <p:cNvGrpSpPr/>
            <p:nvPr/>
          </p:nvGrpSpPr>
          <p:grpSpPr>
            <a:xfrm>
              <a:off x="-14400" y="0"/>
              <a:ext cx="1220760" cy="6857640"/>
              <a:chOff x="-14400" y="0"/>
              <a:chExt cx="1220760" cy="6857640"/>
            </a:xfrm>
          </p:grpSpPr>
          <p:sp>
            <p:nvSpPr>
              <p:cNvPr id="727"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28"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29"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0"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1"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2"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3"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4"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5"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6"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7"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73"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739"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0"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1"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2"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3"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4"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5"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6"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7"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8"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9"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0"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1"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2"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3"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774" name="Group 9"/>
            <p:cNvGrpSpPr/>
            <p:nvPr/>
          </p:nvGrpSpPr>
          <p:grpSpPr>
            <a:xfrm>
              <a:off x="11364840" y="0"/>
              <a:ext cx="674280" cy="6848280"/>
              <a:chOff x="11364840" y="0"/>
              <a:chExt cx="674280" cy="6848280"/>
            </a:xfrm>
          </p:grpSpPr>
          <p:sp>
            <p:nvSpPr>
              <p:cNvPr id="755"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6"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7"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8"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9"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60"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61"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62"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63"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64"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775" name="PlaceHolder 1"/>
          <p:cNvSpPr>
            <a:spLocks noGrp="1"/>
          </p:cNvSpPr>
          <p:nvPr>
            <p:ph type="dt" idx="46"/>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776" name="PlaceHolder 2"/>
          <p:cNvSpPr>
            <a:spLocks noGrp="1"/>
          </p:cNvSpPr>
          <p:nvPr>
            <p:ph type="ftr" idx="47"/>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777" name="PlaceHolder 3"/>
          <p:cNvSpPr>
            <a:spLocks noGrp="1"/>
          </p:cNvSpPr>
          <p:nvPr>
            <p:ph type="sldNum" idx="48"/>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72A968B1-5B5A-447E-A557-F34BC9C53055}"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
        <p:nvSpPr>
          <p:cNvPr id="778"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lt1"/>
                </a:solidFill>
                <a:effectLst/>
                <a:uFillTx/>
                <a:latin typeface="Tw Cen MT"/>
              </a:rPr>
              <a:t>Click to edit the title text format</a:t>
            </a:r>
            <a:endParaRPr b="0" lang="en-US" sz="1800" strike="noStrike" u="none">
              <a:solidFill>
                <a:schemeClr val="lt1"/>
              </a:solidFill>
              <a:effectLst/>
              <a:uFillTx/>
              <a:latin typeface="Tw Cen MT"/>
            </a:endParaRPr>
          </a:p>
        </p:txBody>
      </p:sp>
      <p:sp>
        <p:nvSpPr>
          <p:cNvPr id="779"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en-US" sz="2400" strike="noStrike" u="none">
                <a:solidFill>
                  <a:schemeClr val="lt1"/>
                </a:solidFill>
                <a:effectLst/>
                <a:uFillTx/>
                <a:latin typeface="Tw Cen MT"/>
              </a:rPr>
              <a:t>Click to edit the outline text format</a:t>
            </a:r>
            <a:endParaRPr b="0" lang="en-US" sz="2400" strike="noStrike" u="none">
              <a:solidFill>
                <a:schemeClr val="lt1"/>
              </a:solidFill>
              <a:effectLst/>
              <a:uFillTx/>
              <a:latin typeface="Tw Cen MT"/>
            </a:endParaRPr>
          </a:p>
          <a:p>
            <a:pPr lvl="1" marL="864000" indent="-324000">
              <a:lnSpc>
                <a:spcPct val="120000"/>
              </a:lnSpc>
              <a:spcBef>
                <a:spcPts val="1134"/>
              </a:spcBef>
              <a:buClr>
                <a:srgbClr val="ffffff"/>
              </a:buClr>
              <a:buSzPct val="75000"/>
              <a:buFont typeface="Symbol" charset="2"/>
              <a:buChar char=""/>
            </a:pPr>
            <a:r>
              <a:rPr b="0" lang="en-US" sz="1800" strike="noStrike" u="none">
                <a:solidFill>
                  <a:schemeClr val="lt1"/>
                </a:solidFill>
                <a:effectLst/>
                <a:uFillTx/>
                <a:latin typeface="Tw Cen MT"/>
              </a:rPr>
              <a:t>Second Outline Level</a:t>
            </a:r>
            <a:endParaRPr b="0" lang="en-US" sz="1800" strike="noStrike" u="none">
              <a:solidFill>
                <a:schemeClr val="lt1"/>
              </a:solidFill>
              <a:effectLst/>
              <a:uFillTx/>
              <a:latin typeface="Tw Cen MT"/>
            </a:endParaRPr>
          </a:p>
          <a:p>
            <a:pPr lvl="2" marL="1296000" indent="-288000">
              <a:lnSpc>
                <a:spcPct val="120000"/>
              </a:lnSpc>
              <a:spcBef>
                <a:spcPts val="850"/>
              </a:spcBef>
              <a:buClr>
                <a:srgbClr val="ffffff"/>
              </a:buClr>
              <a:buSzPct val="45000"/>
              <a:buFont typeface="Wingdings" charset="2"/>
              <a:buChar char=""/>
            </a:pPr>
            <a:r>
              <a:rPr b="0" lang="en-US" sz="1600" strike="noStrike" u="none">
                <a:solidFill>
                  <a:schemeClr val="lt1"/>
                </a:solidFill>
                <a:effectLst/>
                <a:uFillTx/>
                <a:latin typeface="Tw Cen MT"/>
              </a:rPr>
              <a:t>Third Outline Level</a:t>
            </a:r>
            <a:endParaRPr b="0" lang="en-US" sz="1600" strike="noStrike" u="none">
              <a:solidFill>
                <a:schemeClr val="lt1"/>
              </a:solidFill>
              <a:effectLst/>
              <a:uFillTx/>
              <a:latin typeface="Tw Cen MT"/>
            </a:endParaRPr>
          </a:p>
          <a:p>
            <a:pPr lvl="3" marL="1728000" indent="-216000">
              <a:lnSpc>
                <a:spcPct val="120000"/>
              </a:lnSpc>
              <a:spcBef>
                <a:spcPts val="567"/>
              </a:spcBef>
              <a:buClr>
                <a:srgbClr val="ffffff"/>
              </a:buClr>
              <a:buSzPct val="75000"/>
              <a:buFont typeface="Symbol" charset="2"/>
              <a:buChar char=""/>
            </a:pPr>
            <a:r>
              <a:rPr b="0" lang="en-US" sz="1600" strike="noStrike" u="none">
                <a:solidFill>
                  <a:schemeClr val="lt1"/>
                </a:solidFill>
                <a:effectLst/>
                <a:uFillTx/>
                <a:latin typeface="Tw Cen MT"/>
              </a:rPr>
              <a:t>Fourth Outline Level</a:t>
            </a:r>
            <a:endParaRPr b="0" lang="en-US" sz="1600" strike="noStrike" u="none">
              <a:solidFill>
                <a:schemeClr val="lt1"/>
              </a:solidFill>
              <a:effectLst/>
              <a:uFillTx/>
              <a:latin typeface="Tw Cen MT"/>
            </a:endParaRPr>
          </a:p>
          <a:p>
            <a:pPr lvl="4" marL="2160000" indent="-216000">
              <a:lnSpc>
                <a:spcPct val="120000"/>
              </a:lnSpc>
              <a:spcBef>
                <a:spcPts val="283"/>
              </a:spcBef>
              <a:buClr>
                <a:srgbClr val="ffffff"/>
              </a:buClr>
              <a:buSzPct val="45000"/>
              <a:buFont typeface="Wingdings" charset="2"/>
              <a:buChar char=""/>
            </a:pPr>
            <a:r>
              <a:rPr b="0" lang="en-US" sz="2000" strike="noStrike" u="none">
                <a:solidFill>
                  <a:schemeClr val="lt1"/>
                </a:solidFill>
                <a:effectLst/>
                <a:uFillTx/>
                <a:latin typeface="Tw Cen MT"/>
              </a:rPr>
              <a:t>Fifth Outline Level</a:t>
            </a:r>
            <a:endParaRPr b="0" lang="en-US" sz="2000" strike="noStrike" u="none">
              <a:solidFill>
                <a:schemeClr val="lt1"/>
              </a:solidFill>
              <a:effectLst/>
              <a:uFillTx/>
              <a:latin typeface="Tw Cen MT"/>
            </a:endParaRPr>
          </a:p>
          <a:p>
            <a:pPr lvl="5" marL="2592000" indent="-216000">
              <a:lnSpc>
                <a:spcPct val="120000"/>
              </a:lnSpc>
              <a:spcBef>
                <a:spcPts val="283"/>
              </a:spcBef>
              <a:buClr>
                <a:srgbClr val="ffffff"/>
              </a:buClr>
              <a:buSzPct val="45000"/>
              <a:buFont typeface="Wingdings" charset="2"/>
              <a:buChar char=""/>
            </a:pPr>
            <a:r>
              <a:rPr b="0" lang="en-US" sz="2000" strike="noStrike" u="none">
                <a:solidFill>
                  <a:schemeClr val="lt1"/>
                </a:solidFill>
                <a:effectLst/>
                <a:uFillTx/>
                <a:latin typeface="Tw Cen MT"/>
              </a:rPr>
              <a:t>Sixth Outline Level</a:t>
            </a:r>
            <a:endParaRPr b="0" lang="en-US" sz="2000" strike="noStrike" u="none">
              <a:solidFill>
                <a:schemeClr val="lt1"/>
              </a:solidFill>
              <a:effectLst/>
              <a:uFillTx/>
              <a:latin typeface="Tw Cen MT"/>
            </a:endParaRPr>
          </a:p>
          <a:p>
            <a:pPr lvl="6" marL="3024000" indent="-216000">
              <a:lnSpc>
                <a:spcPct val="120000"/>
              </a:lnSpc>
              <a:spcBef>
                <a:spcPts val="283"/>
              </a:spcBef>
              <a:buClr>
                <a:srgbClr val="ffffff"/>
              </a:buClr>
              <a:buSzPct val="45000"/>
              <a:buFont typeface="Wingdings" charset="2"/>
              <a:buChar char=""/>
            </a:pPr>
            <a:r>
              <a:rPr b="0" lang="en-US" sz="2000" strike="noStrike" u="none">
                <a:solidFill>
                  <a:schemeClr val="lt1"/>
                </a:solidFill>
                <a:effectLst/>
                <a:uFillTx/>
                <a:latin typeface="Tw Cen MT"/>
              </a:rPr>
              <a:t>Seventh Outline Level</a:t>
            </a:r>
            <a:endParaRPr b="0" lang="en-US" sz="2000" strike="noStrike" u="none">
              <a:solidFill>
                <a:schemeClr val="lt1"/>
              </a:solidFill>
              <a:effectLst/>
              <a:uFillTx/>
              <a:latin typeface="Tw Cen MT"/>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stretch/>
        </a:blipFill>
      </p:bgPr>
    </p:bg>
    <p:spTree>
      <p:nvGrpSpPr>
        <p:cNvPr id="1" name=""/>
        <p:cNvGrpSpPr/>
        <p:nvPr/>
      </p:nvGrpSpPr>
      <p:grpSpPr>
        <a:xfrm>
          <a:off x="0" y="0"/>
          <a:ext cx="0" cy="0"/>
          <a:chOff x="0" y="0"/>
          <a:chExt cx="0" cy="0"/>
        </a:xfrm>
      </p:grpSpPr>
      <p:pic>
        <p:nvPicPr>
          <p:cNvPr id="780"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781" name="Group 7"/>
          <p:cNvGrpSpPr/>
          <p:nvPr/>
        </p:nvGrpSpPr>
        <p:grpSpPr>
          <a:xfrm>
            <a:off x="-14400" y="0"/>
            <a:ext cx="12053520" cy="6857640"/>
            <a:chOff x="-14400" y="0"/>
            <a:chExt cx="12053520" cy="6857640"/>
          </a:xfrm>
        </p:grpSpPr>
        <p:grpSp>
          <p:nvGrpSpPr>
            <p:cNvPr id="782" name="Group 8"/>
            <p:cNvGrpSpPr/>
            <p:nvPr/>
          </p:nvGrpSpPr>
          <p:grpSpPr>
            <a:xfrm>
              <a:off x="-14400" y="0"/>
              <a:ext cx="1220760" cy="6857640"/>
              <a:chOff x="-14400" y="0"/>
              <a:chExt cx="1220760" cy="6857640"/>
            </a:xfrm>
          </p:grpSpPr>
          <p:sp>
            <p:nvSpPr>
              <p:cNvPr id="783"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84"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85"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86"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87"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88"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89"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90"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91"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92"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93"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94"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795"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96"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97"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98"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99"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00"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01"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02"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03"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04"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05"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06"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07"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08"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09"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810" name="Group 9"/>
            <p:cNvGrpSpPr/>
            <p:nvPr/>
          </p:nvGrpSpPr>
          <p:grpSpPr>
            <a:xfrm>
              <a:off x="11364840" y="0"/>
              <a:ext cx="674280" cy="6848280"/>
              <a:chOff x="11364840" y="0"/>
              <a:chExt cx="674280" cy="6848280"/>
            </a:xfrm>
          </p:grpSpPr>
          <p:sp>
            <p:nvSpPr>
              <p:cNvPr id="811"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12"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13"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14"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15"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16"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17"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18"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19"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20"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821" name="PlaceHolder 1"/>
          <p:cNvSpPr>
            <a:spLocks noGrp="1"/>
          </p:cNvSpPr>
          <p:nvPr>
            <p:ph type="title"/>
          </p:nvPr>
        </p:nvSpPr>
        <p:spPr>
          <a:xfrm>
            <a:off x="1146600" y="609480"/>
            <a:ext cx="3855600" cy="1639440"/>
          </a:xfrm>
          <a:prstGeom prst="rect">
            <a:avLst/>
          </a:prstGeom>
          <a:noFill/>
          <a:ln w="0">
            <a:noFill/>
          </a:ln>
        </p:spPr>
        <p:txBody>
          <a:bodyPr lIns="91440" rIns="91440" tIns="45720" bIns="45720" anchor="b">
            <a:noAutofit/>
          </a:bodyPr>
          <a:p>
            <a:pPr indent="0" defTabSz="914400">
              <a:lnSpc>
                <a:spcPct val="90000"/>
              </a:lnSpc>
              <a:buNone/>
            </a:pPr>
            <a:r>
              <a:rPr b="0" lang="en-US" sz="3200" strike="noStrike" u="none" cap="all">
                <a:solidFill>
                  <a:schemeClr val="lt1"/>
                </a:solidFill>
                <a:effectLst/>
                <a:uFillTx/>
                <a:latin typeface="Tw Cen MT"/>
              </a:rPr>
              <a:t>Click to edit Master title style</a:t>
            </a:r>
            <a:endParaRPr b="0" lang="en-US" sz="3200" strike="noStrike" u="none">
              <a:solidFill>
                <a:schemeClr val="lt1"/>
              </a:solidFill>
              <a:effectLst/>
              <a:uFillTx/>
              <a:latin typeface="Tw Cen MT"/>
            </a:endParaRPr>
          </a:p>
        </p:txBody>
      </p:sp>
      <p:sp>
        <p:nvSpPr>
          <p:cNvPr id="822" name="PlaceHolder 2"/>
          <p:cNvSpPr>
            <a:spLocks noGrp="1"/>
          </p:cNvSpPr>
          <p:nvPr>
            <p:ph type="body"/>
          </p:nvPr>
        </p:nvSpPr>
        <p:spPr>
          <a:xfrm>
            <a:off x="5156280" y="592560"/>
            <a:ext cx="5890680" cy="5198040"/>
          </a:xfrm>
          <a:prstGeom prst="rect">
            <a:avLst/>
          </a:prstGeom>
          <a:noFill/>
          <a:ln w="0">
            <a:noFill/>
          </a:ln>
        </p:spPr>
        <p:txBody>
          <a:bodyPr lIns="91440" rIns="91440" tIns="45720" bIns="45720" anchor="ctr">
            <a:noAutofit/>
          </a:bodyPr>
          <a:p>
            <a:pPr marL="228600" indent="-228600" defTabSz="914400">
              <a:lnSpc>
                <a:spcPct val="120000"/>
              </a:lnSpc>
              <a:spcBef>
                <a:spcPts val="1001"/>
              </a:spcBef>
              <a:buClr>
                <a:srgbClr val="ffffff"/>
              </a:buClr>
              <a:buSzPct val="125000"/>
              <a:buFont typeface="Arial"/>
              <a:buChar char="•"/>
            </a:pPr>
            <a:r>
              <a:rPr b="0" lang="en-US" sz="2400" strike="noStrike" u="none">
                <a:solidFill>
                  <a:schemeClr val="lt1"/>
                </a:solidFill>
                <a:effectLst/>
                <a:uFillTx/>
                <a:latin typeface="Tw Cen MT"/>
              </a:rPr>
              <a:t>Click to edit Master text styles</a:t>
            </a:r>
            <a:endParaRPr b="0" lang="en-US" sz="2400" strike="noStrike" u="none">
              <a:solidFill>
                <a:schemeClr val="lt1"/>
              </a:solidFill>
              <a:effectLst/>
              <a:uFillTx/>
              <a:latin typeface="Tw Cen MT"/>
            </a:endParaRPr>
          </a:p>
          <a:p>
            <a:pPr lvl="1" marL="685800" indent="-228600" defTabSz="914400">
              <a:lnSpc>
                <a:spcPct val="120000"/>
              </a:lnSpc>
              <a:spcBef>
                <a:spcPts val="499"/>
              </a:spcBef>
              <a:buClr>
                <a:srgbClr val="ffffff"/>
              </a:buClr>
              <a:buSzPct val="125000"/>
              <a:buFont typeface="Arial"/>
              <a:buChar char="•"/>
            </a:pPr>
            <a:r>
              <a:rPr b="0" lang="en-US" sz="2000" strike="noStrike" u="none">
                <a:solidFill>
                  <a:schemeClr val="lt1"/>
                </a:solidFill>
                <a:effectLst/>
                <a:uFillTx/>
                <a:latin typeface="Tw Cen MT"/>
              </a:rPr>
              <a:t>Second level</a:t>
            </a:r>
            <a:endParaRPr b="0" lang="en-US" sz="2000" strike="noStrike" u="none">
              <a:solidFill>
                <a:schemeClr val="lt1"/>
              </a:solidFill>
              <a:effectLst/>
              <a:uFillTx/>
              <a:latin typeface="Tw Cen MT"/>
            </a:endParaRPr>
          </a:p>
          <a:p>
            <a:pPr lvl="2" marL="1143000" indent="-228600" defTabSz="914400">
              <a:lnSpc>
                <a:spcPct val="120000"/>
              </a:lnSpc>
              <a:spcBef>
                <a:spcPts val="499"/>
              </a:spcBef>
              <a:buClr>
                <a:srgbClr val="ffffff"/>
              </a:buClr>
              <a:buSzPct val="125000"/>
              <a:buFont typeface="Arial"/>
              <a:buChar char="•"/>
            </a:pPr>
            <a:r>
              <a:rPr b="0" lang="en-US" sz="1800" strike="noStrike" u="none">
                <a:solidFill>
                  <a:schemeClr val="lt1"/>
                </a:solidFill>
                <a:effectLst/>
                <a:uFillTx/>
                <a:latin typeface="Tw Cen MT"/>
              </a:rPr>
              <a:t>Third level</a:t>
            </a:r>
            <a:endParaRPr b="0" lang="en-US" sz="1800" strike="noStrike" u="none">
              <a:solidFill>
                <a:schemeClr val="lt1"/>
              </a:solidFill>
              <a:effectLst/>
              <a:uFillTx/>
              <a:latin typeface="Tw Cen MT"/>
            </a:endParaRPr>
          </a:p>
          <a:p>
            <a:pPr lvl="3" marL="1600200" indent="-228600" defTabSz="914400">
              <a:lnSpc>
                <a:spcPct val="120000"/>
              </a:lnSpc>
              <a:spcBef>
                <a:spcPts val="499"/>
              </a:spcBef>
              <a:buClr>
                <a:srgbClr val="ffffff"/>
              </a:buClr>
              <a:buSzPct val="125000"/>
              <a:buFont typeface="Arial"/>
              <a:buChar char="•"/>
            </a:pPr>
            <a:r>
              <a:rPr b="0" lang="en-US" sz="1600" strike="noStrike" u="none">
                <a:solidFill>
                  <a:schemeClr val="lt1"/>
                </a:solidFill>
                <a:effectLst/>
                <a:uFillTx/>
                <a:latin typeface="Tw Cen MT"/>
              </a:rPr>
              <a:t>Fourth level</a:t>
            </a:r>
            <a:endParaRPr b="0" lang="en-US" sz="1600" strike="noStrike" u="none">
              <a:solidFill>
                <a:schemeClr val="lt1"/>
              </a:solidFill>
              <a:effectLst/>
              <a:uFillTx/>
              <a:latin typeface="Tw Cen MT"/>
            </a:endParaRPr>
          </a:p>
          <a:p>
            <a:pPr lvl="4" marL="2057400" indent="-228600" defTabSz="914400">
              <a:lnSpc>
                <a:spcPct val="120000"/>
              </a:lnSpc>
              <a:spcBef>
                <a:spcPts val="499"/>
              </a:spcBef>
              <a:buClr>
                <a:srgbClr val="ffffff"/>
              </a:buClr>
              <a:buSzPct val="125000"/>
              <a:buFont typeface="Arial"/>
              <a:buChar char="•"/>
            </a:pPr>
            <a:r>
              <a:rPr b="0" lang="en-US" sz="1600" strike="noStrike" u="none">
                <a:solidFill>
                  <a:schemeClr val="lt1"/>
                </a:solidFill>
                <a:effectLst/>
                <a:uFillTx/>
                <a:latin typeface="Tw Cen MT"/>
              </a:rPr>
              <a:t>Fifth level</a:t>
            </a:r>
            <a:endParaRPr b="0" lang="en-US" sz="1600" strike="noStrike" u="none">
              <a:solidFill>
                <a:schemeClr val="lt1"/>
              </a:solidFill>
              <a:effectLst/>
              <a:uFillTx/>
              <a:latin typeface="Tw Cen MT"/>
            </a:endParaRPr>
          </a:p>
        </p:txBody>
      </p:sp>
      <p:sp>
        <p:nvSpPr>
          <p:cNvPr id="823" name="PlaceHolder 3"/>
          <p:cNvSpPr>
            <a:spLocks noGrp="1"/>
          </p:cNvSpPr>
          <p:nvPr>
            <p:ph type="body"/>
          </p:nvPr>
        </p:nvSpPr>
        <p:spPr>
          <a:xfrm>
            <a:off x="1146600" y="2249640"/>
            <a:ext cx="3855600" cy="3541320"/>
          </a:xfrm>
          <a:prstGeom prst="rect">
            <a:avLst/>
          </a:prstGeom>
          <a:noFill/>
          <a:ln w="0">
            <a:noFill/>
          </a:ln>
        </p:spPr>
        <p:txBody>
          <a:bodyPr lIns="91440" rIns="91440" tIns="45720" bIns="45720" anchor="t">
            <a:noAutofit/>
          </a:bodyPr>
          <a:p>
            <a:pPr indent="0" defTabSz="914400">
              <a:lnSpc>
                <a:spcPct val="120000"/>
              </a:lnSpc>
              <a:spcBef>
                <a:spcPts val="1001"/>
              </a:spcBef>
              <a:buNone/>
              <a:tabLst>
                <a:tab algn="l" pos="0"/>
              </a:tabLst>
            </a:pPr>
            <a:r>
              <a:rPr b="0" lang="en-US" sz="1600" strike="noStrike" u="none">
                <a:solidFill>
                  <a:schemeClr val="lt1"/>
                </a:solidFill>
                <a:effectLst/>
                <a:uFillTx/>
                <a:latin typeface="Tw Cen MT"/>
              </a:rPr>
              <a:t>Click to edit Master text styles</a:t>
            </a:r>
            <a:endParaRPr b="0" lang="en-US" sz="1600" strike="noStrike" u="none">
              <a:solidFill>
                <a:schemeClr val="lt1"/>
              </a:solidFill>
              <a:effectLst/>
              <a:uFillTx/>
              <a:latin typeface="Tw Cen MT"/>
            </a:endParaRPr>
          </a:p>
        </p:txBody>
      </p:sp>
      <p:sp>
        <p:nvSpPr>
          <p:cNvPr id="824" name="PlaceHolder 4"/>
          <p:cNvSpPr>
            <a:spLocks noGrp="1"/>
          </p:cNvSpPr>
          <p:nvPr>
            <p:ph type="dt" idx="49"/>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825" name="PlaceHolder 5"/>
          <p:cNvSpPr>
            <a:spLocks noGrp="1"/>
          </p:cNvSpPr>
          <p:nvPr>
            <p:ph type="ftr" idx="50"/>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826" name="PlaceHolder 6"/>
          <p:cNvSpPr>
            <a:spLocks noGrp="1"/>
          </p:cNvSpPr>
          <p:nvPr>
            <p:ph type="sldNum" idx="51"/>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40DD6883-3CAB-411C-B836-8230F914172F}"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stretch/>
        </a:blipFill>
      </p:bgPr>
    </p:bg>
    <p:spTree>
      <p:nvGrpSpPr>
        <p:cNvPr id="1" name=""/>
        <p:cNvGrpSpPr/>
        <p:nvPr/>
      </p:nvGrpSpPr>
      <p:grpSpPr>
        <a:xfrm>
          <a:off x="0" y="0"/>
          <a:ext cx="0" cy="0"/>
          <a:chOff x="0" y="0"/>
          <a:chExt cx="0" cy="0"/>
        </a:xfrm>
      </p:grpSpPr>
      <p:pic>
        <p:nvPicPr>
          <p:cNvPr id="827"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828" name="Group 7"/>
          <p:cNvGrpSpPr/>
          <p:nvPr/>
        </p:nvGrpSpPr>
        <p:grpSpPr>
          <a:xfrm>
            <a:off x="-14400" y="0"/>
            <a:ext cx="12053520" cy="6857640"/>
            <a:chOff x="-14400" y="0"/>
            <a:chExt cx="12053520" cy="6857640"/>
          </a:xfrm>
        </p:grpSpPr>
        <p:grpSp>
          <p:nvGrpSpPr>
            <p:cNvPr id="829" name="Group 8"/>
            <p:cNvGrpSpPr/>
            <p:nvPr/>
          </p:nvGrpSpPr>
          <p:grpSpPr>
            <a:xfrm>
              <a:off x="-14400" y="0"/>
              <a:ext cx="1220760" cy="6857640"/>
              <a:chOff x="-14400" y="0"/>
              <a:chExt cx="1220760" cy="6857640"/>
            </a:xfrm>
          </p:grpSpPr>
          <p:sp>
            <p:nvSpPr>
              <p:cNvPr id="830"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31"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32"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33"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34"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35"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36"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37"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38"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39"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40"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41"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842"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43"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44"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45"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46"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47"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48"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49"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50"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51"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52"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53"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54"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55"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56"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857" name="Group 9"/>
            <p:cNvGrpSpPr/>
            <p:nvPr/>
          </p:nvGrpSpPr>
          <p:grpSpPr>
            <a:xfrm>
              <a:off x="11364840" y="0"/>
              <a:ext cx="674280" cy="6848280"/>
              <a:chOff x="11364840" y="0"/>
              <a:chExt cx="674280" cy="6848280"/>
            </a:xfrm>
          </p:grpSpPr>
          <p:sp>
            <p:nvSpPr>
              <p:cNvPr id="858"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59"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60"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61"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62"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63"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64"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65"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66"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67"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sp>
        <p:nvSpPr>
          <p:cNvPr id="868" name="PlaceHolder 1"/>
          <p:cNvSpPr>
            <a:spLocks noGrp="1"/>
          </p:cNvSpPr>
          <p:nvPr>
            <p:ph type="title"/>
          </p:nvPr>
        </p:nvSpPr>
        <p:spPr>
          <a:xfrm>
            <a:off x="1141560" y="609480"/>
            <a:ext cx="5934240" cy="1639440"/>
          </a:xfrm>
          <a:prstGeom prst="rect">
            <a:avLst/>
          </a:prstGeom>
          <a:noFill/>
          <a:ln w="0">
            <a:noFill/>
          </a:ln>
        </p:spPr>
        <p:txBody>
          <a:bodyPr lIns="91440" rIns="91440" tIns="45720" bIns="45720" anchor="b">
            <a:noAutofit/>
          </a:bodyPr>
          <a:p>
            <a:pPr indent="0" defTabSz="914400">
              <a:lnSpc>
                <a:spcPct val="90000"/>
              </a:lnSpc>
              <a:buNone/>
            </a:pPr>
            <a:r>
              <a:rPr b="0" lang="en-US" sz="3200" strike="noStrike" u="none" cap="all">
                <a:solidFill>
                  <a:schemeClr val="lt1"/>
                </a:solidFill>
                <a:effectLst/>
                <a:uFillTx/>
                <a:latin typeface="Tw Cen MT"/>
              </a:rPr>
              <a:t>Click to edit Master title style</a:t>
            </a:r>
            <a:endParaRPr b="0" lang="en-US" sz="3200" strike="noStrike" u="none">
              <a:solidFill>
                <a:schemeClr val="lt1"/>
              </a:solidFill>
              <a:effectLst/>
              <a:uFillTx/>
              <a:latin typeface="Tw Cen MT"/>
            </a:endParaRPr>
          </a:p>
        </p:txBody>
      </p:sp>
      <p:sp>
        <p:nvSpPr>
          <p:cNvPr id="869" name="PlaceHolder 2"/>
          <p:cNvSpPr>
            <a:spLocks noGrp="1"/>
          </p:cNvSpPr>
          <p:nvPr>
            <p:ph type="body"/>
          </p:nvPr>
        </p:nvSpPr>
        <p:spPr>
          <a:xfrm>
            <a:off x="7380720" y="609480"/>
            <a:ext cx="3666240" cy="5181120"/>
          </a:xfrm>
          <a:prstGeom prst="rect">
            <a:avLst/>
          </a:prstGeom>
          <a:noFill/>
          <a:ln cap="sq" w="19080">
            <a:solidFill>
              <a:schemeClr val="dk2">
                <a:lumMod val="60000"/>
                <a:lumOff val="40000"/>
                <a:alpha val="60000"/>
              </a:schemeClr>
            </a:solidFill>
            <a:miter/>
          </a:ln>
          <a:effectLst>
            <a:outerShdw dist="38160" dir="5400000" blurRad="88920" rotWithShape="0">
              <a:srgbClr val="000000">
                <a:alpha val="40000"/>
              </a:srgbClr>
            </a:outerShdw>
          </a:effectLst>
        </p:spPr>
        <p:txBody>
          <a:bodyPr lIns="90000" rIns="90000" tIns="45000" bIns="45000" anchor="t">
            <a:noAutofit/>
          </a:bodyPr>
          <a:p>
            <a:pPr indent="0" defTabSz="457200">
              <a:lnSpc>
                <a:spcPct val="100000"/>
              </a:lnSpc>
              <a:buNone/>
              <a:tabLst>
                <a:tab algn="l" pos="0"/>
              </a:tabLst>
            </a:pPr>
            <a:r>
              <a:rPr b="0" lang="en-US" sz="3200" strike="noStrike" u="none">
                <a:solidFill>
                  <a:schemeClr val="lt1"/>
                </a:solidFill>
                <a:effectLst/>
                <a:uFillTx/>
                <a:latin typeface="Tw Cen MT"/>
              </a:rPr>
              <a:t>Click icon to add picture</a:t>
            </a:r>
            <a:endParaRPr b="0" lang="en-US" sz="3200" strike="noStrike" u="none">
              <a:solidFill>
                <a:schemeClr val="lt1"/>
              </a:solidFill>
              <a:effectLst/>
              <a:uFillTx/>
              <a:latin typeface="Tw Cen MT"/>
            </a:endParaRPr>
          </a:p>
        </p:txBody>
      </p:sp>
      <p:sp>
        <p:nvSpPr>
          <p:cNvPr id="870" name="PlaceHolder 3"/>
          <p:cNvSpPr>
            <a:spLocks noGrp="1"/>
          </p:cNvSpPr>
          <p:nvPr>
            <p:ph type="body"/>
          </p:nvPr>
        </p:nvSpPr>
        <p:spPr>
          <a:xfrm>
            <a:off x="1141560" y="2249640"/>
            <a:ext cx="5934240" cy="3541320"/>
          </a:xfrm>
          <a:prstGeom prst="rect">
            <a:avLst/>
          </a:prstGeom>
          <a:noFill/>
          <a:ln w="0">
            <a:noFill/>
          </a:ln>
        </p:spPr>
        <p:txBody>
          <a:bodyPr lIns="91440" rIns="91440" tIns="45720" bIns="45720" anchor="t">
            <a:noAutofit/>
          </a:bodyPr>
          <a:p>
            <a:pPr indent="0" defTabSz="914400">
              <a:lnSpc>
                <a:spcPct val="120000"/>
              </a:lnSpc>
              <a:spcBef>
                <a:spcPts val="1001"/>
              </a:spcBef>
              <a:buNone/>
              <a:tabLst>
                <a:tab algn="l" pos="0"/>
              </a:tabLst>
            </a:pPr>
            <a:r>
              <a:rPr b="0" lang="en-US" sz="1600" strike="noStrike" u="none">
                <a:solidFill>
                  <a:schemeClr val="lt1"/>
                </a:solidFill>
                <a:effectLst/>
                <a:uFillTx/>
                <a:latin typeface="Tw Cen MT"/>
              </a:rPr>
              <a:t>Click to edit Master text styles</a:t>
            </a:r>
            <a:endParaRPr b="0" lang="en-US" sz="1600" strike="noStrike" u="none">
              <a:solidFill>
                <a:schemeClr val="lt1"/>
              </a:solidFill>
              <a:effectLst/>
              <a:uFillTx/>
              <a:latin typeface="Tw Cen MT"/>
            </a:endParaRPr>
          </a:p>
        </p:txBody>
      </p:sp>
      <p:sp>
        <p:nvSpPr>
          <p:cNvPr id="871" name="PlaceHolder 4"/>
          <p:cNvSpPr>
            <a:spLocks noGrp="1"/>
          </p:cNvSpPr>
          <p:nvPr>
            <p:ph type="dt" idx="52"/>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872" name="PlaceHolder 5"/>
          <p:cNvSpPr>
            <a:spLocks noGrp="1"/>
          </p:cNvSpPr>
          <p:nvPr>
            <p:ph type="ftr" idx="53"/>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873" name="PlaceHolder 6"/>
          <p:cNvSpPr>
            <a:spLocks noGrp="1"/>
          </p:cNvSpPr>
          <p:nvPr>
            <p:ph type="sldNum" idx="54"/>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5CF97084-801D-4213-86BE-7FCED801532B}"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2" name="Picture 2" descr="\\DROBO-FS\QuickDrops\JB\PPTX NG\Droplets\LightingOverlay.png"/>
          <p:cNvPicPr/>
          <p:nvPr/>
        </p:nvPicPr>
        <p:blipFill>
          <a:blip r:embed="rId3">
            <a:alphaModFix amt="30000"/>
          </a:blip>
          <a:stretch/>
        </p:blipFill>
        <p:spPr>
          <a:xfrm>
            <a:off x="0" y="0"/>
            <a:ext cx="12191760" cy="6857640"/>
          </a:xfrm>
          <a:prstGeom prst="rect">
            <a:avLst/>
          </a:prstGeom>
          <a:noFill/>
          <a:ln w="0">
            <a:noFill/>
          </a:ln>
        </p:spPr>
      </p:pic>
      <p:grpSp>
        <p:nvGrpSpPr>
          <p:cNvPr id="3" name="Group 7"/>
          <p:cNvGrpSpPr/>
          <p:nvPr/>
        </p:nvGrpSpPr>
        <p:grpSpPr>
          <a:xfrm>
            <a:off x="-14400" y="0"/>
            <a:ext cx="12053520" cy="6857640"/>
            <a:chOff x="-14400" y="0"/>
            <a:chExt cx="12053520" cy="6857640"/>
          </a:xfrm>
        </p:grpSpPr>
        <p:grpSp>
          <p:nvGrpSpPr>
            <p:cNvPr id="4" name="Group 8"/>
            <p:cNvGrpSpPr/>
            <p:nvPr/>
          </p:nvGrpSpPr>
          <p:grpSpPr>
            <a:xfrm>
              <a:off x="-14400" y="0"/>
              <a:ext cx="1220760" cy="6857640"/>
              <a:chOff x="-14400" y="0"/>
              <a:chExt cx="1220760" cy="6857640"/>
            </a:xfrm>
          </p:grpSpPr>
          <p:sp>
            <p:nvSpPr>
              <p:cNvPr id="5" name="Rectangle 5"/>
              <p:cNvSpPr/>
              <p:nvPr/>
            </p:nvSpPr>
            <p:spPr>
              <a:xfrm>
                <a:off x="11448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9"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0"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1"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2"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3"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4"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5"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6"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chorCtr="1">
                <a:noAutofit/>
              </a:bodyPr>
              <a:p>
                <a:endParaRPr b="0" lang="en-GB" sz="1800" strike="noStrike" u="none">
                  <a:solidFill>
                    <a:srgbClr val="000000"/>
                  </a:solidFill>
                  <a:effectLst/>
                  <a:uFillTx/>
                  <a:latin typeface="Arial"/>
                </a:endParaRPr>
              </a:p>
            </p:txBody>
          </p:sp>
          <p:sp>
            <p:nvSpPr>
              <p:cNvPr id="17"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8"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19"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0"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1" name="Rectangle 21"/>
              <p:cNvSpPr/>
              <p:nvPr/>
            </p:nvSpPr>
            <p:spPr>
              <a:xfrm>
                <a:off x="13320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2"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3"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4"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5"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6"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7"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8"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29"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0"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1"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nvGrpSpPr>
            <p:cNvPr id="32" name="Group 9"/>
            <p:cNvGrpSpPr/>
            <p:nvPr/>
          </p:nvGrpSpPr>
          <p:grpSpPr>
            <a:xfrm>
              <a:off x="11364840" y="0"/>
              <a:ext cx="674280" cy="6848280"/>
              <a:chOff x="11364840" y="0"/>
              <a:chExt cx="674280" cy="6848280"/>
            </a:xfrm>
          </p:grpSpPr>
          <p:sp>
            <p:nvSpPr>
              <p:cNvPr id="33"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4"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5"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6"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7"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8"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39"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0"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1"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2" name="Rectangle 41"/>
              <p:cNvSpPr/>
              <p:nvPr/>
            </p:nvSpPr>
            <p:spPr>
              <a:xfrm>
                <a:off x="11939760" y="6595920"/>
                <a:ext cx="23400" cy="252000"/>
              </a:xfrm>
              <a:prstGeom prst="rect">
                <a:avLst/>
              </a:prstGeom>
              <a:gradFill rotWithShape="0">
                <a:gsLst>
                  <a:gs pos="0">
                    <a:srgbClr val="82ffff">
                      <a:alpha val="80000"/>
                    </a:srgbClr>
                  </a:gs>
                  <a:gs pos="100000">
                    <a:srgbClr val="3d97de">
                      <a:alpha val="60000"/>
                    </a:srgbClr>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grpSp>
      <p:pic>
        <p:nvPicPr>
          <p:cNvPr id="43" name="Picture 2" descr="\\DROBO-FS\QuickDrops\JB\PPTX NG\Droplets\LightingOverlay.png"/>
          <p:cNvPicPr/>
          <p:nvPr/>
        </p:nvPicPr>
        <p:blipFill>
          <a:blip r:embed="rId4">
            <a:alphaModFix amt="30000"/>
          </a:blip>
          <a:stretch/>
        </p:blipFill>
        <p:spPr>
          <a:xfrm>
            <a:off x="0" y="0"/>
            <a:ext cx="12191760" cy="6857640"/>
          </a:xfrm>
          <a:prstGeom prst="rect">
            <a:avLst/>
          </a:prstGeom>
          <a:noFill/>
          <a:ln w="0">
            <a:noFill/>
          </a:ln>
        </p:spPr>
      </p:pic>
      <p:grpSp>
        <p:nvGrpSpPr>
          <p:cNvPr id="44" name="Group 10"/>
          <p:cNvGrpSpPr/>
          <p:nvPr/>
        </p:nvGrpSpPr>
        <p:grpSpPr>
          <a:xfrm>
            <a:off x="0" y="0"/>
            <a:ext cx="2304720" cy="6857640"/>
            <a:chOff x="0" y="0"/>
            <a:chExt cx="2304720" cy="6857640"/>
          </a:xfrm>
        </p:grpSpPr>
        <p:sp>
          <p:nvSpPr>
            <p:cNvPr id="45" name="Rectangle 5"/>
            <p:cNvSpPr/>
            <p:nvPr/>
          </p:nvSpPr>
          <p:spPr>
            <a:xfrm>
              <a:off x="1209600" y="468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6" name="Freeform 6"/>
            <p:cNvSpPr/>
            <p:nvPr/>
          </p:nvSpPr>
          <p:spPr>
            <a:xfrm>
              <a:off x="1128600" y="217656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7" name="Freeform 7"/>
            <p:cNvSpPr/>
            <p:nvPr/>
          </p:nvSpPr>
          <p:spPr>
            <a:xfrm>
              <a:off x="1123920" y="4021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8" name="Rectangle 8"/>
            <p:cNvSpPr/>
            <p:nvPr/>
          </p:nvSpPr>
          <p:spPr>
            <a:xfrm>
              <a:off x="414360" y="9360"/>
              <a:ext cx="28080" cy="44812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49" name="Freeform 9"/>
            <p:cNvSpPr/>
            <p:nvPr/>
          </p:nvSpPr>
          <p:spPr>
            <a:xfrm>
              <a:off x="33336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0" name="Freeform 10"/>
            <p:cNvSpPr/>
            <p:nvPr/>
          </p:nvSpPr>
          <p:spPr>
            <a:xfrm>
              <a:off x="190440" y="9360"/>
              <a:ext cx="151920" cy="907560"/>
            </a:xfrm>
            <a:custGeom>
              <a:avLst/>
              <a:gdLst>
                <a:gd name="textAreaLeft" fmla="*/ 0 w 151920"/>
                <a:gd name="textAreaRight" fmla="*/ 152280 w 151920"/>
                <a:gd name="textAreaTop" fmla="*/ 0 h 907560"/>
                <a:gd name="textAreaBottom" fmla="*/ 907920 h 907560"/>
              </a:gdLst>
              <a:ahLst/>
              <a:cxnLst/>
              <a:rect l="textAreaLeft" t="textAreaTop" r="textAreaRight" b="textAreaBottom"/>
              <a:pathLst>
                <a:path w="96" h="572">
                  <a:moveTo>
                    <a:pt x="15" y="572"/>
                  </a:moveTo>
                  <a:lnTo>
                    <a:pt x="0" y="566"/>
                  </a:lnTo>
                  <a:lnTo>
                    <a:pt x="81" y="380"/>
                  </a:lnTo>
                  <a:lnTo>
                    <a:pt x="81" y="0"/>
                  </a:lnTo>
                  <a:lnTo>
                    <a:pt x="96" y="0"/>
                  </a:lnTo>
                  <a:lnTo>
                    <a:pt x="96" y="383"/>
                  </a:lnTo>
                  <a:lnTo>
                    <a:pt x="15" y="57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1" name="Freeform 11"/>
            <p:cNvSpPr/>
            <p:nvPr/>
          </p:nvSpPr>
          <p:spPr>
            <a:xfrm>
              <a:off x="1290600" y="14400"/>
              <a:ext cx="375840" cy="1801440"/>
            </a:xfrm>
            <a:custGeom>
              <a:avLst/>
              <a:gdLst>
                <a:gd name="textAreaLeft" fmla="*/ 0 w 375840"/>
                <a:gd name="textAreaRight" fmla="*/ 376200 w 375840"/>
                <a:gd name="textAreaTop" fmla="*/ 0 h 1801440"/>
                <a:gd name="textAreaBottom" fmla="*/ 1801800 h 1801440"/>
              </a:gdLst>
              <a:ahLst/>
              <a:cxnLst/>
              <a:rect l="textAreaLeft" t="textAreaTop" r="textAreaRight" b="textAreaBottom"/>
              <a:pathLst>
                <a:path w="237" h="1135">
                  <a:moveTo>
                    <a:pt x="222" y="1135"/>
                  </a:moveTo>
                  <a:lnTo>
                    <a:pt x="0" y="620"/>
                  </a:lnTo>
                  <a:lnTo>
                    <a:pt x="0" y="0"/>
                  </a:lnTo>
                  <a:lnTo>
                    <a:pt x="18" y="0"/>
                  </a:lnTo>
                  <a:lnTo>
                    <a:pt x="18" y="617"/>
                  </a:lnTo>
                  <a:lnTo>
                    <a:pt x="237" y="1129"/>
                  </a:lnTo>
                  <a:lnTo>
                    <a:pt x="222"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2" name="Freeform 12"/>
            <p:cNvSpPr/>
            <p:nvPr/>
          </p:nvSpPr>
          <p:spPr>
            <a:xfrm>
              <a:off x="1600200" y="18018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3" name="Freeform 13"/>
            <p:cNvSpPr/>
            <p:nvPr/>
          </p:nvSpPr>
          <p:spPr>
            <a:xfrm>
              <a:off x="1380960" y="9360"/>
              <a:ext cx="371160" cy="1425240"/>
            </a:xfrm>
            <a:custGeom>
              <a:avLst/>
              <a:gdLst>
                <a:gd name="textAreaLeft" fmla="*/ 0 w 371160"/>
                <a:gd name="textAreaRight" fmla="*/ 371520 w 371160"/>
                <a:gd name="textAreaTop" fmla="*/ 0 h 1425240"/>
                <a:gd name="textAreaBottom" fmla="*/ 1425600 h 1425240"/>
              </a:gdLst>
              <a:ahLst/>
              <a:cxnLst/>
              <a:rect l="textAreaLeft" t="textAreaTop" r="textAreaRight" b="textAreaBottom"/>
              <a:pathLst>
                <a:path w="234" h="898">
                  <a:moveTo>
                    <a:pt x="219" y="898"/>
                  </a:moveTo>
                  <a:lnTo>
                    <a:pt x="0" y="383"/>
                  </a:lnTo>
                  <a:lnTo>
                    <a:pt x="0" y="0"/>
                  </a:lnTo>
                  <a:lnTo>
                    <a:pt x="15" y="0"/>
                  </a:lnTo>
                  <a:lnTo>
                    <a:pt x="15" y="380"/>
                  </a:lnTo>
                  <a:lnTo>
                    <a:pt x="234" y="892"/>
                  </a:lnTo>
                  <a:lnTo>
                    <a:pt x="219"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4" name="Freeform 14"/>
            <p:cNvSpPr/>
            <p:nvPr/>
          </p:nvSpPr>
          <p:spPr>
            <a:xfrm>
              <a:off x="1643040" y="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5" name="Freeform 15"/>
            <p:cNvSpPr/>
            <p:nvPr/>
          </p:nvSpPr>
          <p:spPr>
            <a:xfrm>
              <a:off x="1685880" y="14209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6" name="Freeform 16"/>
            <p:cNvSpPr/>
            <p:nvPr/>
          </p:nvSpPr>
          <p:spPr>
            <a:xfrm>
              <a:off x="168588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7" name="Freeform 17"/>
            <p:cNvSpPr/>
            <p:nvPr/>
          </p:nvSpPr>
          <p:spPr>
            <a:xfrm>
              <a:off x="1743120" y="4680"/>
              <a:ext cx="418680" cy="522000"/>
            </a:xfrm>
            <a:custGeom>
              <a:avLst/>
              <a:gdLst>
                <a:gd name="textAreaLeft" fmla="*/ 0 w 418680"/>
                <a:gd name="textAreaRight" fmla="*/ 419040 w 418680"/>
                <a:gd name="textAreaTop" fmla="*/ 0 h 522000"/>
                <a:gd name="textAreaBottom" fmla="*/ 522360 h 522000"/>
              </a:gdLst>
              <a:ahLst/>
              <a:cxnLst/>
              <a:rect l="textAreaLeft" t="textAreaTop" r="textAreaRight" b="textAreaBottom"/>
              <a:pathLst>
                <a:path w="264" h="329">
                  <a:moveTo>
                    <a:pt x="252" y="329"/>
                  </a:moveTo>
                  <a:lnTo>
                    <a:pt x="45" y="120"/>
                  </a:lnTo>
                  <a:lnTo>
                    <a:pt x="0" y="6"/>
                  </a:lnTo>
                  <a:lnTo>
                    <a:pt x="15" y="0"/>
                  </a:lnTo>
                  <a:lnTo>
                    <a:pt x="60" y="111"/>
                  </a:lnTo>
                  <a:lnTo>
                    <a:pt x="264" y="317"/>
                  </a:lnTo>
                  <a:lnTo>
                    <a:pt x="252" y="329"/>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8" name="Freeform 18"/>
            <p:cNvSpPr/>
            <p:nvPr/>
          </p:nvSpPr>
          <p:spPr>
            <a:xfrm>
              <a:off x="2119320" y="488880"/>
              <a:ext cx="161640" cy="147240"/>
            </a:xfrm>
            <a:custGeom>
              <a:avLst/>
              <a:gdLst>
                <a:gd name="textAreaLeft" fmla="*/ 0 w 161640"/>
                <a:gd name="textAreaRight" fmla="*/ 162000 w 161640"/>
                <a:gd name="textAreaTop" fmla="*/ 0 h 147240"/>
                <a:gd name="textAreaBottom" fmla="*/ 147600 h 14724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59" name="Freeform 19"/>
            <p:cNvSpPr/>
            <p:nvPr/>
          </p:nvSpPr>
          <p:spPr>
            <a:xfrm>
              <a:off x="952560" y="4680"/>
              <a:ext cx="151920" cy="907560"/>
            </a:xfrm>
            <a:custGeom>
              <a:avLst/>
              <a:gdLst>
                <a:gd name="textAreaLeft" fmla="*/ 0 w 151920"/>
                <a:gd name="textAreaRight" fmla="*/ 152280 w 151920"/>
                <a:gd name="textAreaTop" fmla="*/ 0 h 907560"/>
                <a:gd name="textAreaBottom" fmla="*/ 907920 h 907560"/>
              </a:gdLst>
              <a:ahLst/>
              <a:cxnLst/>
              <a:rect l="textAreaLeft" t="textAreaTop" r="textAreaRight" b="textAreaBottom"/>
              <a:pathLst>
                <a:path w="96" h="572">
                  <a:moveTo>
                    <a:pt x="15" y="572"/>
                  </a:moveTo>
                  <a:lnTo>
                    <a:pt x="0" y="572"/>
                  </a:lnTo>
                  <a:lnTo>
                    <a:pt x="0" y="189"/>
                  </a:lnTo>
                  <a:lnTo>
                    <a:pt x="81" y="0"/>
                  </a:lnTo>
                  <a:lnTo>
                    <a:pt x="96" y="6"/>
                  </a:lnTo>
                  <a:lnTo>
                    <a:pt x="15" y="192"/>
                  </a:lnTo>
                  <a:lnTo>
                    <a:pt x="15" y="57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0" name="Freeform 20"/>
            <p:cNvSpPr/>
            <p:nvPr/>
          </p:nvSpPr>
          <p:spPr>
            <a:xfrm>
              <a:off x="86688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1" name="Freeform 21"/>
            <p:cNvSpPr/>
            <p:nvPr/>
          </p:nvSpPr>
          <p:spPr>
            <a:xfrm>
              <a:off x="890640" y="15541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2" name="Freeform 22"/>
            <p:cNvSpPr/>
            <p:nvPr/>
          </p:nvSpPr>
          <p:spPr>
            <a:xfrm>
              <a:off x="738360" y="5622840"/>
              <a:ext cx="337680" cy="1215720"/>
            </a:xfrm>
            <a:custGeom>
              <a:avLst/>
              <a:gdLst>
                <a:gd name="textAreaLeft" fmla="*/ 0 w 337680"/>
                <a:gd name="textAreaRight" fmla="*/ 338040 w 337680"/>
                <a:gd name="textAreaTop" fmla="*/ 0 h 1215720"/>
                <a:gd name="textAreaBottom" fmla="*/ 1216080 h 1215720"/>
              </a:gdLst>
              <a:ahLst/>
              <a:cxnLst/>
              <a:rect l="textAreaLeft" t="textAreaTop" r="textAreaRight" b="textAreaBottom"/>
              <a:pathLst>
                <a:path w="213" h="766">
                  <a:moveTo>
                    <a:pt x="213" y="766"/>
                  </a:moveTo>
                  <a:lnTo>
                    <a:pt x="195" y="766"/>
                  </a:lnTo>
                  <a:lnTo>
                    <a:pt x="195" y="464"/>
                  </a:lnTo>
                  <a:lnTo>
                    <a:pt x="0" y="6"/>
                  </a:lnTo>
                  <a:lnTo>
                    <a:pt x="12" y="0"/>
                  </a:lnTo>
                  <a:lnTo>
                    <a:pt x="213" y="461"/>
                  </a:lnTo>
                  <a:lnTo>
                    <a:pt x="213"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3" name="Freeform 23"/>
            <p:cNvSpPr/>
            <p:nvPr/>
          </p:nvSpPr>
          <p:spPr>
            <a:xfrm>
              <a:off x="647640" y="5479920"/>
              <a:ext cx="156960" cy="156960"/>
            </a:xfrm>
            <a:custGeom>
              <a:avLst/>
              <a:gdLst>
                <a:gd name="textAreaLeft" fmla="*/ 0 w 156960"/>
                <a:gd name="textAreaRight" fmla="*/ 157320 w 156960"/>
                <a:gd name="textAreaTop" fmla="*/ 0 h 156960"/>
                <a:gd name="textAreaBottom" fmla="*/ 157320 h 156960"/>
              </a:gdLst>
              <a:ahLst/>
              <a:cxnLst/>
              <a:rect l="textAreaLeft" t="textAreaTop" r="textAreaRight" b="textAreaBottom"/>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4" name="Freeform 24"/>
            <p:cNvSpPr/>
            <p:nvPr/>
          </p:nvSpPr>
          <p:spPr>
            <a:xfrm>
              <a:off x="66600" y="9032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5" name="Freeform 25"/>
            <p:cNvSpPr/>
            <p:nvPr/>
          </p:nvSpPr>
          <p:spPr>
            <a:xfrm>
              <a:off x="0" y="3897360"/>
              <a:ext cx="132840" cy="266400"/>
            </a:xfrm>
            <a:custGeom>
              <a:avLst/>
              <a:gdLst>
                <a:gd name="textAreaLeft" fmla="*/ 0 w 132840"/>
                <a:gd name="textAreaRight" fmla="*/ 133200 w 132840"/>
                <a:gd name="textAreaTop" fmla="*/ 0 h 266400"/>
                <a:gd name="textAreaBottom" fmla="*/ 266760 h 266400"/>
              </a:gdLst>
              <a:ahLst/>
              <a:cxnLst/>
              <a:rect l="textAreaLeft" t="textAreaTop" r="textAreaRight" b="textAreaBottom"/>
              <a:pathLst>
                <a:path w="84" h="168">
                  <a:moveTo>
                    <a:pt x="69" y="168"/>
                  </a:moveTo>
                  <a:lnTo>
                    <a:pt x="0" y="6"/>
                  </a:lnTo>
                  <a:lnTo>
                    <a:pt x="12" y="0"/>
                  </a:lnTo>
                  <a:lnTo>
                    <a:pt x="84" y="162"/>
                  </a:lnTo>
                  <a:lnTo>
                    <a:pt x="69" y="16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6" name="Freeform 26"/>
            <p:cNvSpPr/>
            <p:nvPr/>
          </p:nvSpPr>
          <p:spPr>
            <a:xfrm>
              <a:off x="66600" y="414972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7" name="Freeform 27"/>
            <p:cNvSpPr/>
            <p:nvPr/>
          </p:nvSpPr>
          <p:spPr>
            <a:xfrm>
              <a:off x="0" y="1644480"/>
              <a:ext cx="132840" cy="269640"/>
            </a:xfrm>
            <a:custGeom>
              <a:avLst/>
              <a:gdLst>
                <a:gd name="textAreaLeft" fmla="*/ 0 w 132840"/>
                <a:gd name="textAreaRight" fmla="*/ 133200 w 132840"/>
                <a:gd name="textAreaTop" fmla="*/ 0 h 269640"/>
                <a:gd name="textAreaBottom" fmla="*/ 270000 h 269640"/>
              </a:gdLst>
              <a:ahLst/>
              <a:cxnLst/>
              <a:rect l="textAreaLeft" t="textAreaTop" r="textAreaRight" b="textAreaBottom"/>
              <a:pathLst>
                <a:path w="84" h="170">
                  <a:moveTo>
                    <a:pt x="12" y="170"/>
                  </a:moveTo>
                  <a:lnTo>
                    <a:pt x="0" y="164"/>
                  </a:lnTo>
                  <a:lnTo>
                    <a:pt x="69" y="0"/>
                  </a:lnTo>
                  <a:lnTo>
                    <a:pt x="84" y="6"/>
                  </a:lnTo>
                  <a:lnTo>
                    <a:pt x="12" y="17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8" name="Freeform 28"/>
            <p:cNvSpPr/>
            <p:nvPr/>
          </p:nvSpPr>
          <p:spPr>
            <a:xfrm>
              <a:off x="66600" y="14684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69" name="Freeform 29"/>
            <p:cNvSpPr/>
            <p:nvPr/>
          </p:nvSpPr>
          <p:spPr>
            <a:xfrm>
              <a:off x="695160" y="4680"/>
              <a:ext cx="309240" cy="1558440"/>
            </a:xfrm>
            <a:custGeom>
              <a:avLst/>
              <a:gdLst>
                <a:gd name="textAreaLeft" fmla="*/ 0 w 309240"/>
                <a:gd name="textAreaRight" fmla="*/ 309600 w 309240"/>
                <a:gd name="textAreaTop" fmla="*/ 0 h 1558440"/>
                <a:gd name="textAreaBottom" fmla="*/ 1558800 h 1558440"/>
              </a:gdLst>
              <a:ahLst/>
              <a:cxnLst/>
              <a:rect l="textAreaLeft" t="textAreaTop" r="textAreaRight" b="textAreaBottom"/>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0" name="Freeform 30"/>
            <p:cNvSpPr/>
            <p:nvPr/>
          </p:nvSpPr>
          <p:spPr>
            <a:xfrm>
              <a:off x="57240" y="48816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1" name="Freeform 31"/>
            <p:cNvSpPr/>
            <p:nvPr/>
          </p:nvSpPr>
          <p:spPr>
            <a:xfrm>
              <a:off x="138240" y="5060880"/>
              <a:ext cx="304560" cy="1777680"/>
            </a:xfrm>
            <a:custGeom>
              <a:avLst/>
              <a:gdLst>
                <a:gd name="textAreaLeft" fmla="*/ 0 w 304560"/>
                <a:gd name="textAreaRight" fmla="*/ 304920 w 304560"/>
                <a:gd name="textAreaTop" fmla="*/ 0 h 1777680"/>
                <a:gd name="textAreaBottom" fmla="*/ 1778040 h 1777680"/>
              </a:gdLst>
              <a:ahLst/>
              <a:cxnLst/>
              <a:rect l="textAreaLeft" t="textAreaTop" r="textAreaRight" b="textAreaBottom"/>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2" name="Freeform 32"/>
            <p:cNvSpPr/>
            <p:nvPr/>
          </p:nvSpPr>
          <p:spPr>
            <a:xfrm>
              <a:off x="561960" y="64310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3" name="Rectangle 33"/>
            <p:cNvSpPr/>
            <p:nvPr/>
          </p:nvSpPr>
          <p:spPr>
            <a:xfrm>
              <a:off x="642960" y="6610320"/>
              <a:ext cx="23400" cy="242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4" name="Freeform 34"/>
            <p:cNvSpPr/>
            <p:nvPr/>
          </p:nvSpPr>
          <p:spPr>
            <a:xfrm>
              <a:off x="76320" y="643104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5" name="Freeform 35"/>
            <p:cNvSpPr/>
            <p:nvPr/>
          </p:nvSpPr>
          <p:spPr>
            <a:xfrm>
              <a:off x="0" y="5978520"/>
              <a:ext cx="190080" cy="461520"/>
            </a:xfrm>
            <a:custGeom>
              <a:avLst/>
              <a:gdLst>
                <a:gd name="textAreaLeft" fmla="*/ 0 w 190080"/>
                <a:gd name="textAreaRight" fmla="*/ 190440 w 190080"/>
                <a:gd name="textAreaTop" fmla="*/ 0 h 461520"/>
                <a:gd name="textAreaBottom" fmla="*/ 461880 h 461520"/>
              </a:gdLst>
              <a:ahLst/>
              <a:cxnLst/>
              <a:rect l="textAreaLeft" t="textAreaTop" r="textAreaRight" b="textAreaBottom"/>
              <a:pathLst>
                <a:path w="120" h="291">
                  <a:moveTo>
                    <a:pt x="120" y="291"/>
                  </a:moveTo>
                  <a:lnTo>
                    <a:pt x="105" y="291"/>
                  </a:lnTo>
                  <a:lnTo>
                    <a:pt x="105" y="114"/>
                  </a:lnTo>
                  <a:lnTo>
                    <a:pt x="0" y="9"/>
                  </a:lnTo>
                  <a:lnTo>
                    <a:pt x="12" y="0"/>
                  </a:lnTo>
                  <a:lnTo>
                    <a:pt x="120" y="108"/>
                  </a:lnTo>
                  <a:lnTo>
                    <a:pt x="120" y="29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6" name="Freeform 36"/>
            <p:cNvSpPr/>
            <p:nvPr/>
          </p:nvSpPr>
          <p:spPr>
            <a:xfrm>
              <a:off x="1014480" y="1801800"/>
              <a:ext cx="213840" cy="755280"/>
            </a:xfrm>
            <a:custGeom>
              <a:avLst/>
              <a:gdLst>
                <a:gd name="textAreaLeft" fmla="*/ 0 w 213840"/>
                <a:gd name="textAreaRight" fmla="*/ 214200 w 213840"/>
                <a:gd name="textAreaTop" fmla="*/ 0 h 755280"/>
                <a:gd name="textAreaBottom" fmla="*/ 755640 h 755280"/>
              </a:gdLst>
              <a:ahLst/>
              <a:cxnLst/>
              <a:rect l="textAreaLeft" t="textAreaTop" r="textAreaRight" b="textAreaBottom"/>
              <a:pathLst>
                <a:path w="135" h="476">
                  <a:moveTo>
                    <a:pt x="12" y="476"/>
                  </a:moveTo>
                  <a:lnTo>
                    <a:pt x="0" y="476"/>
                  </a:lnTo>
                  <a:lnTo>
                    <a:pt x="0" y="128"/>
                  </a:lnTo>
                  <a:lnTo>
                    <a:pt x="126" y="0"/>
                  </a:lnTo>
                  <a:lnTo>
                    <a:pt x="135" y="9"/>
                  </a:lnTo>
                  <a:lnTo>
                    <a:pt x="12" y="131"/>
                  </a:lnTo>
                  <a:lnTo>
                    <a:pt x="12" y="47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7" name="Freeform 37"/>
            <p:cNvSpPr/>
            <p:nvPr/>
          </p:nvSpPr>
          <p:spPr>
            <a:xfrm>
              <a:off x="938160" y="2548080"/>
              <a:ext cx="166320" cy="159840"/>
            </a:xfrm>
            <a:custGeom>
              <a:avLst/>
              <a:gdLst>
                <a:gd name="textAreaLeft" fmla="*/ 0 w 166320"/>
                <a:gd name="textAreaRight" fmla="*/ 166680 w 166320"/>
                <a:gd name="textAreaTop" fmla="*/ 0 h 159840"/>
                <a:gd name="textAreaBottom" fmla="*/ 160200 h 159840"/>
              </a:gdLst>
              <a:ahLst/>
              <a:cxnLst/>
              <a:rect l="textAreaLeft" t="textAreaTop" r="textAreaRight" b="textAreaBottom"/>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8" name="Freeform 38"/>
            <p:cNvSpPr/>
            <p:nvPr/>
          </p:nvSpPr>
          <p:spPr>
            <a:xfrm>
              <a:off x="595440" y="4680"/>
              <a:ext cx="637920" cy="4025520"/>
            </a:xfrm>
            <a:custGeom>
              <a:avLst/>
              <a:gdLst>
                <a:gd name="textAreaLeft" fmla="*/ 0 w 637920"/>
                <a:gd name="textAreaRight" fmla="*/ 638280 w 637920"/>
                <a:gd name="textAreaTop" fmla="*/ 0 h 4025520"/>
                <a:gd name="textAreaBottom" fmla="*/ 4025880 h 4025520"/>
              </a:gdLst>
              <a:ahLst/>
              <a:cxnLst/>
              <a:rect l="textAreaLeft" t="textAreaTop" r="textAreaRight" b="textAreaBottom"/>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79" name="Freeform 39"/>
            <p:cNvSpPr/>
            <p:nvPr/>
          </p:nvSpPr>
          <p:spPr>
            <a:xfrm>
              <a:off x="1224000" y="1382760"/>
              <a:ext cx="142560" cy="475920"/>
            </a:xfrm>
            <a:custGeom>
              <a:avLst/>
              <a:gdLst>
                <a:gd name="textAreaLeft" fmla="*/ 0 w 142560"/>
                <a:gd name="textAreaRight" fmla="*/ 142920 w 142560"/>
                <a:gd name="textAreaTop" fmla="*/ 0 h 475920"/>
                <a:gd name="textAreaBottom" fmla="*/ 476280 h 47592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0" name="Freeform 40"/>
            <p:cNvSpPr/>
            <p:nvPr/>
          </p:nvSpPr>
          <p:spPr>
            <a:xfrm>
              <a:off x="1300320" y="1849320"/>
              <a:ext cx="109080" cy="107640"/>
            </a:xfrm>
            <a:custGeom>
              <a:avLst/>
              <a:gdLst>
                <a:gd name="textAreaLeft" fmla="*/ 0 w 109080"/>
                <a:gd name="textAreaRight" fmla="*/ 109440 w 109080"/>
                <a:gd name="textAreaTop" fmla="*/ 0 h 107640"/>
                <a:gd name="textAreaBottom" fmla="*/ 108000 h 107640"/>
              </a:gdLst>
              <a:ahLst/>
              <a:cxnLst/>
              <a:rect l="textAreaLeft" t="textAreaTop" r="textAreaRight" b="textAreaBottom"/>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1" name="Freeform 41"/>
            <p:cNvSpPr/>
            <p:nvPr/>
          </p:nvSpPr>
          <p:spPr>
            <a:xfrm>
              <a:off x="281160" y="3417840"/>
              <a:ext cx="142560" cy="474480"/>
            </a:xfrm>
            <a:custGeom>
              <a:avLst/>
              <a:gdLst>
                <a:gd name="textAreaLeft" fmla="*/ 0 w 142560"/>
                <a:gd name="textAreaRight" fmla="*/ 142920 w 142560"/>
                <a:gd name="textAreaTop" fmla="*/ 0 h 474480"/>
                <a:gd name="textAreaBottom" fmla="*/ 474840 h 474480"/>
              </a:gdLst>
              <a:ahLst/>
              <a:cxnLst/>
              <a:rect l="textAreaLeft" t="textAreaTop" r="textAreaRight" b="textAreaBottom"/>
              <a:pathLst>
                <a:path w="90" h="299">
                  <a:moveTo>
                    <a:pt x="12" y="299"/>
                  </a:moveTo>
                  <a:lnTo>
                    <a:pt x="0" y="299"/>
                  </a:lnTo>
                  <a:lnTo>
                    <a:pt x="0" y="80"/>
                  </a:lnTo>
                  <a:lnTo>
                    <a:pt x="81" y="0"/>
                  </a:lnTo>
                  <a:lnTo>
                    <a:pt x="90" y="8"/>
                  </a:lnTo>
                  <a:lnTo>
                    <a:pt x="12" y="83"/>
                  </a:lnTo>
                  <a:lnTo>
                    <a:pt x="12" y="299"/>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2" name="Freeform 42"/>
            <p:cNvSpPr/>
            <p:nvPr/>
          </p:nvSpPr>
          <p:spPr>
            <a:xfrm>
              <a:off x="237960" y="3882960"/>
              <a:ext cx="109080" cy="109080"/>
            </a:xfrm>
            <a:custGeom>
              <a:avLst/>
              <a:gdLst>
                <a:gd name="textAreaLeft" fmla="*/ 0 w 109080"/>
                <a:gd name="textAreaRight" fmla="*/ 109440 w 109080"/>
                <a:gd name="textAreaTop" fmla="*/ 0 h 109080"/>
                <a:gd name="textAreaBottom" fmla="*/ 109440 h 109080"/>
              </a:gdLst>
              <a:ahLst/>
              <a:cxnLst/>
              <a:rect l="textAreaLeft" t="textAreaTop" r="textAreaRight" b="textAreaBottom"/>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3" name="Freeform 43"/>
            <p:cNvSpPr/>
            <p:nvPr/>
          </p:nvSpPr>
          <p:spPr>
            <a:xfrm>
              <a:off x="4680" y="2166840"/>
              <a:ext cx="114120" cy="452160"/>
            </a:xfrm>
            <a:custGeom>
              <a:avLst/>
              <a:gdLst>
                <a:gd name="textAreaLeft" fmla="*/ 0 w 114120"/>
                <a:gd name="textAreaRight" fmla="*/ 114480 w 114120"/>
                <a:gd name="textAreaTop" fmla="*/ 0 h 452160"/>
                <a:gd name="textAreaBottom" fmla="*/ 452520 h 452160"/>
              </a:gdLst>
              <a:ahLst/>
              <a:cxnLst/>
              <a:rect l="textAreaLeft" t="textAreaTop" r="textAreaRight" b="textAreaBottom"/>
              <a:pathLst>
                <a:path w="72" h="285">
                  <a:moveTo>
                    <a:pt x="6" y="285"/>
                  </a:moveTo>
                  <a:lnTo>
                    <a:pt x="0" y="276"/>
                  </a:lnTo>
                  <a:lnTo>
                    <a:pt x="60" y="216"/>
                  </a:lnTo>
                  <a:lnTo>
                    <a:pt x="60" y="0"/>
                  </a:lnTo>
                  <a:lnTo>
                    <a:pt x="72" y="0"/>
                  </a:lnTo>
                  <a:lnTo>
                    <a:pt x="72" y="222"/>
                  </a:lnTo>
                  <a:lnTo>
                    <a:pt x="6" y="28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4" name="Freeform 44"/>
            <p:cNvSpPr/>
            <p:nvPr/>
          </p:nvSpPr>
          <p:spPr>
            <a:xfrm>
              <a:off x="52560" y="2066760"/>
              <a:ext cx="109080" cy="109080"/>
            </a:xfrm>
            <a:custGeom>
              <a:avLst/>
              <a:gdLst>
                <a:gd name="textAreaLeft" fmla="*/ 0 w 109080"/>
                <a:gd name="textAreaRight" fmla="*/ 109440 w 109080"/>
                <a:gd name="textAreaTop" fmla="*/ 0 h 109080"/>
                <a:gd name="textAreaBottom" fmla="*/ 109440 h 109080"/>
              </a:gdLst>
              <a:ahLst/>
              <a:cxnLst/>
              <a:rect l="textAreaLeft" t="textAreaTop" r="textAreaRight" b="textAreaBottom"/>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5" name="Rectangle 45"/>
            <p:cNvSpPr/>
            <p:nvPr/>
          </p:nvSpPr>
          <p:spPr>
            <a:xfrm>
              <a:off x="1228680" y="4662360"/>
              <a:ext cx="23400" cy="218088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6" name="Freeform 46"/>
            <p:cNvSpPr/>
            <p:nvPr/>
          </p:nvSpPr>
          <p:spPr>
            <a:xfrm>
              <a:off x="1319040" y="5041800"/>
              <a:ext cx="371160" cy="1801440"/>
            </a:xfrm>
            <a:custGeom>
              <a:avLst/>
              <a:gdLst>
                <a:gd name="textAreaLeft" fmla="*/ 0 w 371160"/>
                <a:gd name="textAreaRight" fmla="*/ 371520 w 371160"/>
                <a:gd name="textAreaTop" fmla="*/ 0 h 1801440"/>
                <a:gd name="textAreaBottom" fmla="*/ 1801800 h 1801440"/>
              </a:gdLst>
              <a:ahLst/>
              <a:cxnLst/>
              <a:rect l="textAreaLeft" t="textAreaTop" r="textAreaRight" b="textAreaBottom"/>
              <a:pathLst>
                <a:path w="234" h="1135">
                  <a:moveTo>
                    <a:pt x="15" y="1135"/>
                  </a:moveTo>
                  <a:lnTo>
                    <a:pt x="0" y="1135"/>
                  </a:lnTo>
                  <a:lnTo>
                    <a:pt x="0" y="515"/>
                  </a:lnTo>
                  <a:lnTo>
                    <a:pt x="0" y="512"/>
                  </a:lnTo>
                  <a:lnTo>
                    <a:pt x="219" y="0"/>
                  </a:lnTo>
                  <a:lnTo>
                    <a:pt x="234"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7" name="Freeform 47"/>
            <p:cNvSpPr/>
            <p:nvPr/>
          </p:nvSpPr>
          <p:spPr>
            <a:xfrm>
              <a:off x="1147680" y="4481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8" name="Freeform 48"/>
            <p:cNvSpPr/>
            <p:nvPr/>
          </p:nvSpPr>
          <p:spPr>
            <a:xfrm>
              <a:off x="819000" y="3983040"/>
              <a:ext cx="347400" cy="2860200"/>
            </a:xfrm>
            <a:custGeom>
              <a:avLst/>
              <a:gdLst>
                <a:gd name="textAreaLeft" fmla="*/ 0 w 347400"/>
                <a:gd name="textAreaRight" fmla="*/ 347760 w 347400"/>
                <a:gd name="textAreaTop" fmla="*/ 0 h 2860200"/>
                <a:gd name="textAreaBottom" fmla="*/ 2860560 h 2860200"/>
              </a:gdLst>
              <a:ahLst/>
              <a:cxnLst/>
              <a:rect l="textAreaLeft" t="textAreaTop" r="textAreaRight" b="textAreaBottom"/>
              <a:pathLst>
                <a:path w="219" h="1802">
                  <a:moveTo>
                    <a:pt x="219" y="1802"/>
                  </a:moveTo>
                  <a:lnTo>
                    <a:pt x="201" y="1802"/>
                  </a:lnTo>
                  <a:lnTo>
                    <a:pt x="201" y="1185"/>
                  </a:lnTo>
                  <a:lnTo>
                    <a:pt x="0" y="3"/>
                  </a:lnTo>
                  <a:lnTo>
                    <a:pt x="15" y="0"/>
                  </a:lnTo>
                  <a:lnTo>
                    <a:pt x="219" y="1185"/>
                  </a:lnTo>
                  <a:lnTo>
                    <a:pt x="219" y="180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89" name="Freeform 49"/>
            <p:cNvSpPr/>
            <p:nvPr/>
          </p:nvSpPr>
          <p:spPr>
            <a:xfrm>
              <a:off x="728640" y="380700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90" name="Freeform 50"/>
            <p:cNvSpPr/>
            <p:nvPr/>
          </p:nvSpPr>
          <p:spPr>
            <a:xfrm>
              <a:off x="1623960" y="4867200"/>
              <a:ext cx="190080" cy="188640"/>
            </a:xfrm>
            <a:custGeom>
              <a:avLst/>
              <a:gdLst>
                <a:gd name="textAreaLeft" fmla="*/ 0 w 190080"/>
                <a:gd name="textAreaRight" fmla="*/ 190440 w 190080"/>
                <a:gd name="textAreaTop" fmla="*/ 0 h 188640"/>
                <a:gd name="textAreaBottom" fmla="*/ 189000 h 18864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91" name="Freeform 51"/>
            <p:cNvSpPr/>
            <p:nvPr/>
          </p:nvSpPr>
          <p:spPr>
            <a:xfrm>
              <a:off x="1405080" y="5423040"/>
              <a:ext cx="371160" cy="1425240"/>
            </a:xfrm>
            <a:custGeom>
              <a:avLst/>
              <a:gdLst>
                <a:gd name="textAreaLeft" fmla="*/ 0 w 371160"/>
                <a:gd name="textAreaRight" fmla="*/ 371520 w 371160"/>
                <a:gd name="textAreaTop" fmla="*/ 0 h 1425240"/>
                <a:gd name="textAreaBottom" fmla="*/ 1425600 h 1425240"/>
              </a:gdLst>
              <a:ahLst/>
              <a:cxnLst/>
              <a:rect l="textAreaLeft" t="textAreaTop" r="textAreaRight" b="textAreaBottom"/>
              <a:pathLst>
                <a:path w="234" h="898">
                  <a:moveTo>
                    <a:pt x="18" y="898"/>
                  </a:moveTo>
                  <a:lnTo>
                    <a:pt x="0" y="898"/>
                  </a:lnTo>
                  <a:lnTo>
                    <a:pt x="0" y="515"/>
                  </a:lnTo>
                  <a:lnTo>
                    <a:pt x="0" y="512"/>
                  </a:lnTo>
                  <a:lnTo>
                    <a:pt x="222" y="0"/>
                  </a:lnTo>
                  <a:lnTo>
                    <a:pt x="234"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92" name="Freeform 52"/>
            <p:cNvSpPr/>
            <p:nvPr/>
          </p:nvSpPr>
          <p:spPr>
            <a:xfrm>
              <a:off x="1666800" y="5945040"/>
              <a:ext cx="151920" cy="912600"/>
            </a:xfrm>
            <a:custGeom>
              <a:avLst/>
              <a:gdLst>
                <a:gd name="textAreaLeft" fmla="*/ 0 w 151920"/>
                <a:gd name="textAreaRight" fmla="*/ 152280 w 151920"/>
                <a:gd name="textAreaTop" fmla="*/ 0 h 912600"/>
                <a:gd name="textAreaBottom" fmla="*/ 912960 h 91260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93" name="Freeform 53"/>
            <p:cNvSpPr/>
            <p:nvPr/>
          </p:nvSpPr>
          <p:spPr>
            <a:xfrm>
              <a:off x="1709640" y="524664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94" name="Freeform 54"/>
            <p:cNvSpPr/>
            <p:nvPr/>
          </p:nvSpPr>
          <p:spPr>
            <a:xfrm>
              <a:off x="1709640" y="5764320"/>
              <a:ext cx="190080" cy="190080"/>
            </a:xfrm>
            <a:custGeom>
              <a:avLst/>
              <a:gdLst>
                <a:gd name="textAreaLeft" fmla="*/ 0 w 190080"/>
                <a:gd name="textAreaRight" fmla="*/ 190440 w 190080"/>
                <a:gd name="textAreaTop" fmla="*/ 0 h 190080"/>
                <a:gd name="textAreaBottom" fmla="*/ 190440 h 1900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95" name="Freeform 55"/>
            <p:cNvSpPr/>
            <p:nvPr/>
          </p:nvSpPr>
          <p:spPr>
            <a:xfrm>
              <a:off x="1766880" y="6330960"/>
              <a:ext cx="418680" cy="526680"/>
            </a:xfrm>
            <a:custGeom>
              <a:avLst/>
              <a:gdLst>
                <a:gd name="textAreaLeft" fmla="*/ 0 w 418680"/>
                <a:gd name="textAreaRight" fmla="*/ 419040 w 418680"/>
                <a:gd name="textAreaTop" fmla="*/ 0 h 526680"/>
                <a:gd name="textAreaBottom" fmla="*/ 527040 h 526680"/>
              </a:gdLst>
              <a:ahLst/>
              <a:cxnLst/>
              <a:rect l="textAreaLeft" t="textAreaTop" r="textAreaRight" b="textAreaBottom"/>
              <a:pathLst>
                <a:path w="264" h="332">
                  <a:moveTo>
                    <a:pt x="12" y="332"/>
                  </a:moveTo>
                  <a:lnTo>
                    <a:pt x="0" y="326"/>
                  </a:lnTo>
                  <a:lnTo>
                    <a:pt x="45" y="206"/>
                  </a:lnTo>
                  <a:lnTo>
                    <a:pt x="255" y="0"/>
                  </a:lnTo>
                  <a:lnTo>
                    <a:pt x="264" y="12"/>
                  </a:lnTo>
                  <a:lnTo>
                    <a:pt x="60" y="215"/>
                  </a:lnTo>
                  <a:lnTo>
                    <a:pt x="12"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96" name="Freeform 56"/>
            <p:cNvSpPr/>
            <p:nvPr/>
          </p:nvSpPr>
          <p:spPr>
            <a:xfrm>
              <a:off x="2147760" y="6221520"/>
              <a:ext cx="156960" cy="147240"/>
            </a:xfrm>
            <a:custGeom>
              <a:avLst/>
              <a:gdLst>
                <a:gd name="textAreaLeft" fmla="*/ 0 w 156960"/>
                <a:gd name="textAreaRight" fmla="*/ 157320 w 156960"/>
                <a:gd name="textAreaTop" fmla="*/ 0 h 147240"/>
                <a:gd name="textAreaBottom" fmla="*/ 147600 h 14724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97" name="Freeform 57"/>
            <p:cNvSpPr/>
            <p:nvPr/>
          </p:nvSpPr>
          <p:spPr>
            <a:xfrm>
              <a:off x="504720" y="9360"/>
              <a:ext cx="232920" cy="5103360"/>
            </a:xfrm>
            <a:custGeom>
              <a:avLst/>
              <a:gdLst>
                <a:gd name="textAreaLeft" fmla="*/ 0 w 232920"/>
                <a:gd name="textAreaRight" fmla="*/ 233280 w 232920"/>
                <a:gd name="textAreaTop" fmla="*/ 0 h 5103360"/>
                <a:gd name="textAreaBottom" fmla="*/ 5103720 h 5103360"/>
              </a:gdLst>
              <a:ahLst/>
              <a:cxnLst/>
              <a:rect l="textAreaLeft" t="textAreaTop" r="textAreaRight" b="textAreaBottom"/>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sp>
          <p:nvSpPr>
            <p:cNvPr id="98" name="Freeform 58"/>
            <p:cNvSpPr/>
            <p:nvPr/>
          </p:nvSpPr>
          <p:spPr>
            <a:xfrm>
              <a:off x="633240" y="5103720"/>
              <a:ext cx="185400" cy="185400"/>
            </a:xfrm>
            <a:custGeom>
              <a:avLst/>
              <a:gdLst>
                <a:gd name="textAreaLeft" fmla="*/ 0 w 185400"/>
                <a:gd name="textAreaRight" fmla="*/ 185760 w 185400"/>
                <a:gd name="textAreaTop" fmla="*/ 0 h 185400"/>
                <a:gd name="textAreaBottom" fmla="*/ 185760 h 185400"/>
              </a:gdLst>
              <a:ahLst/>
              <a:cxnLst/>
              <a:rect l="textAreaLeft" t="textAreaTop" r="textAreaRight" b="textAreaBottom"/>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ndParaRPr>
            </a:p>
          </p:txBody>
        </p:sp>
      </p:grpSp>
      <p:sp>
        <p:nvSpPr>
          <p:cNvPr id="99" name="PlaceHolder 1"/>
          <p:cNvSpPr>
            <a:spLocks noGrp="1"/>
          </p:cNvSpPr>
          <p:nvPr>
            <p:ph type="title"/>
          </p:nvPr>
        </p:nvSpPr>
        <p:spPr>
          <a:xfrm>
            <a:off x="1876320" y="1122480"/>
            <a:ext cx="8791200" cy="2387160"/>
          </a:xfrm>
          <a:prstGeom prst="rect">
            <a:avLst/>
          </a:prstGeom>
          <a:noFill/>
          <a:ln w="0">
            <a:noFill/>
          </a:ln>
        </p:spPr>
        <p:txBody>
          <a:bodyPr lIns="91440" rIns="91440" tIns="45720" bIns="45720" anchor="b">
            <a:normAutofit/>
          </a:bodyPr>
          <a:p>
            <a:pPr indent="0" defTabSz="914400">
              <a:lnSpc>
                <a:spcPct val="90000"/>
              </a:lnSpc>
              <a:buNone/>
            </a:pPr>
            <a:r>
              <a:rPr b="0" lang="en-US" sz="4800" strike="noStrike" u="none" cap="all">
                <a:solidFill>
                  <a:schemeClr val="lt1"/>
                </a:solidFill>
                <a:effectLst/>
                <a:uFillTx/>
                <a:latin typeface="Tw Cen MT"/>
              </a:rPr>
              <a:t>Click to edit Master title style</a:t>
            </a:r>
            <a:endParaRPr b="0" lang="en-US" sz="4800" strike="noStrike" u="none">
              <a:solidFill>
                <a:schemeClr val="lt1"/>
              </a:solidFill>
              <a:effectLst/>
              <a:uFillTx/>
              <a:latin typeface="Tw Cen MT"/>
            </a:endParaRPr>
          </a:p>
        </p:txBody>
      </p:sp>
      <p:sp>
        <p:nvSpPr>
          <p:cNvPr id="100" name="PlaceHolder 2"/>
          <p:cNvSpPr>
            <a:spLocks noGrp="1"/>
          </p:cNvSpPr>
          <p:nvPr>
            <p:ph type="dt" idx="1"/>
          </p:nvPr>
        </p:nvSpPr>
        <p:spPr>
          <a:xfrm>
            <a:off x="7077600" y="541008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r>
              <a:rPr b="0" lang="en-US" sz="1050" strike="noStrike" u="none">
                <a:solidFill>
                  <a:schemeClr val="lt1">
                    <a:tint val="75000"/>
                  </a:schemeClr>
                </a:solidFill>
                <a:effectLst/>
                <a:uFillTx/>
                <a:latin typeface="Tw Cen MT"/>
              </a:rPr>
              <a:t>&lt;date/time&gt;</a:t>
            </a:r>
            <a:endParaRPr b="0" lang="en-GB" sz="1050" strike="noStrike" u="none">
              <a:solidFill>
                <a:srgbClr val="ffffff"/>
              </a:solidFill>
              <a:effectLst/>
              <a:uFillTx/>
              <a:latin typeface="Times New Roman"/>
            </a:endParaRPr>
          </a:p>
        </p:txBody>
      </p:sp>
      <p:sp>
        <p:nvSpPr>
          <p:cNvPr id="101" name="PlaceHolder 3"/>
          <p:cNvSpPr>
            <a:spLocks noGrp="1"/>
          </p:cNvSpPr>
          <p:nvPr>
            <p:ph type="ftr" idx="2"/>
          </p:nvPr>
        </p:nvSpPr>
        <p:spPr>
          <a:xfrm>
            <a:off x="1876320" y="5410080"/>
            <a:ext cx="512460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102" name="PlaceHolder 4"/>
          <p:cNvSpPr>
            <a:spLocks noGrp="1"/>
          </p:cNvSpPr>
          <p:nvPr>
            <p:ph type="sldNum" idx="3"/>
          </p:nvPr>
        </p:nvSpPr>
        <p:spPr>
          <a:xfrm>
            <a:off x="9896760" y="541008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trike="noStrike" u="none">
                <a:solidFill>
                  <a:schemeClr val="lt1">
                    <a:tint val="75000"/>
                  </a:schemeClr>
                </a:solidFill>
                <a:effectLst/>
                <a:uFillTx/>
                <a:latin typeface="Tw Cen MT"/>
              </a:defRPr>
            </a:lvl1pPr>
          </a:lstStyle>
          <a:p>
            <a:pPr indent="0" algn="r" defTabSz="457200">
              <a:lnSpc>
                <a:spcPct val="100000"/>
              </a:lnSpc>
              <a:buNone/>
            </a:pPr>
            <a:fld id="{983F807E-F4E5-4084-A1ED-69922F1FD392}" type="slidenum">
              <a:rPr b="0" lang="en-US" sz="1050" strike="noStrike" u="none">
                <a:solidFill>
                  <a:schemeClr val="lt1">
                    <a:tint val="75000"/>
                  </a:schemeClr>
                </a:solidFill>
                <a:effectLst/>
                <a:uFillTx/>
                <a:latin typeface="Tw Cen MT"/>
              </a:rPr>
              <a:t>&lt;number&gt;</a:t>
            </a:fld>
            <a:endParaRPr b="0" lang="en-GB" sz="1050" strike="noStrike" u="none">
              <a:solidFill>
                <a:srgbClr val="ffffff"/>
              </a:solidFill>
              <a:effectLst/>
              <a:uFillTx/>
              <a:latin typeface="Times New Roman"/>
            </a:endParaRPr>
          </a:p>
        </p:txBody>
      </p:sp>
      <p:sp>
        <p:nvSpPr>
          <p:cNvPr id="10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en-US" sz="2400" strike="noStrike" u="none">
                <a:solidFill>
                  <a:schemeClr val="lt1"/>
                </a:solidFill>
                <a:effectLst/>
                <a:uFillTx/>
                <a:latin typeface="Tw Cen MT"/>
              </a:rPr>
              <a:t>Click to edit the outline text format</a:t>
            </a:r>
            <a:endParaRPr b="0" lang="en-US" sz="2400" strike="noStrike" u="none">
              <a:solidFill>
                <a:schemeClr val="lt1"/>
              </a:solidFill>
              <a:effectLst/>
              <a:uFillTx/>
              <a:latin typeface="Tw Cen MT"/>
            </a:endParaRPr>
          </a:p>
          <a:p>
            <a:pPr lvl="1" marL="864000" indent="-324000">
              <a:lnSpc>
                <a:spcPct val="120000"/>
              </a:lnSpc>
              <a:spcBef>
                <a:spcPts val="1134"/>
              </a:spcBef>
              <a:buClr>
                <a:srgbClr val="ffffff"/>
              </a:buClr>
              <a:buSzPct val="75000"/>
              <a:buFont typeface="Symbol" charset="2"/>
              <a:buChar char=""/>
            </a:pPr>
            <a:r>
              <a:rPr b="0" lang="en-US" sz="1800" strike="noStrike" u="none">
                <a:solidFill>
                  <a:schemeClr val="lt1"/>
                </a:solidFill>
                <a:effectLst/>
                <a:uFillTx/>
                <a:latin typeface="Tw Cen MT"/>
              </a:rPr>
              <a:t>Second Outline Level</a:t>
            </a:r>
            <a:endParaRPr b="0" lang="en-US" sz="1800" strike="noStrike" u="none">
              <a:solidFill>
                <a:schemeClr val="lt1"/>
              </a:solidFill>
              <a:effectLst/>
              <a:uFillTx/>
              <a:latin typeface="Tw Cen MT"/>
            </a:endParaRPr>
          </a:p>
          <a:p>
            <a:pPr lvl="2" marL="1296000" indent="-288000">
              <a:lnSpc>
                <a:spcPct val="120000"/>
              </a:lnSpc>
              <a:spcBef>
                <a:spcPts val="850"/>
              </a:spcBef>
              <a:buClr>
                <a:srgbClr val="ffffff"/>
              </a:buClr>
              <a:buSzPct val="45000"/>
              <a:buFont typeface="Wingdings" charset="2"/>
              <a:buChar char=""/>
            </a:pPr>
            <a:r>
              <a:rPr b="0" lang="en-US" sz="1600" strike="noStrike" u="none">
                <a:solidFill>
                  <a:schemeClr val="lt1"/>
                </a:solidFill>
                <a:effectLst/>
                <a:uFillTx/>
                <a:latin typeface="Tw Cen MT"/>
              </a:rPr>
              <a:t>Third Outline Level</a:t>
            </a:r>
            <a:endParaRPr b="0" lang="en-US" sz="1600" strike="noStrike" u="none">
              <a:solidFill>
                <a:schemeClr val="lt1"/>
              </a:solidFill>
              <a:effectLst/>
              <a:uFillTx/>
              <a:latin typeface="Tw Cen MT"/>
            </a:endParaRPr>
          </a:p>
          <a:p>
            <a:pPr lvl="3" marL="1728000" indent="-216000">
              <a:lnSpc>
                <a:spcPct val="120000"/>
              </a:lnSpc>
              <a:spcBef>
                <a:spcPts val="567"/>
              </a:spcBef>
              <a:buClr>
                <a:srgbClr val="ffffff"/>
              </a:buClr>
              <a:buSzPct val="75000"/>
              <a:buFont typeface="Symbol" charset="2"/>
              <a:buChar char=""/>
            </a:pPr>
            <a:r>
              <a:rPr b="0" lang="en-US" sz="1600" strike="noStrike" u="none">
                <a:solidFill>
                  <a:schemeClr val="lt1"/>
                </a:solidFill>
                <a:effectLst/>
                <a:uFillTx/>
                <a:latin typeface="Tw Cen MT"/>
              </a:rPr>
              <a:t>Fourth Outline Level</a:t>
            </a:r>
            <a:endParaRPr b="0" lang="en-US" sz="1600" strike="noStrike" u="none">
              <a:solidFill>
                <a:schemeClr val="lt1"/>
              </a:solidFill>
              <a:effectLst/>
              <a:uFillTx/>
              <a:latin typeface="Tw Cen MT"/>
            </a:endParaRPr>
          </a:p>
          <a:p>
            <a:pPr lvl="4" marL="2160000" indent="-216000">
              <a:lnSpc>
                <a:spcPct val="120000"/>
              </a:lnSpc>
              <a:spcBef>
                <a:spcPts val="283"/>
              </a:spcBef>
              <a:buClr>
                <a:srgbClr val="ffffff"/>
              </a:buClr>
              <a:buSzPct val="45000"/>
              <a:buFont typeface="Wingdings" charset="2"/>
              <a:buChar char=""/>
            </a:pPr>
            <a:r>
              <a:rPr b="0" lang="en-US" sz="2000" strike="noStrike" u="none">
                <a:solidFill>
                  <a:schemeClr val="lt1"/>
                </a:solidFill>
                <a:effectLst/>
                <a:uFillTx/>
                <a:latin typeface="Tw Cen MT"/>
              </a:rPr>
              <a:t>Fifth Outline Level</a:t>
            </a:r>
            <a:endParaRPr b="0" lang="en-US" sz="2000" strike="noStrike" u="none">
              <a:solidFill>
                <a:schemeClr val="lt1"/>
              </a:solidFill>
              <a:effectLst/>
              <a:uFillTx/>
              <a:latin typeface="Tw Cen MT"/>
            </a:endParaRPr>
          </a:p>
          <a:p>
            <a:pPr lvl="5" marL="2592000" indent="-216000">
              <a:lnSpc>
                <a:spcPct val="120000"/>
              </a:lnSpc>
              <a:spcBef>
                <a:spcPts val="283"/>
              </a:spcBef>
              <a:buClr>
                <a:srgbClr val="ffffff"/>
              </a:buClr>
              <a:buSzPct val="45000"/>
              <a:buFont typeface="Wingdings" charset="2"/>
              <a:buChar char=""/>
            </a:pPr>
            <a:r>
              <a:rPr b="0" lang="en-US" sz="2000" strike="noStrike" u="none">
                <a:solidFill>
                  <a:schemeClr val="lt1"/>
                </a:solidFill>
                <a:effectLst/>
                <a:uFillTx/>
                <a:latin typeface="Tw Cen MT"/>
              </a:rPr>
              <a:t>Sixth Outline Level</a:t>
            </a:r>
            <a:endParaRPr b="0" lang="en-US" sz="2000" strike="noStrike" u="none">
              <a:solidFill>
                <a:schemeClr val="lt1"/>
              </a:solidFill>
              <a:effectLst/>
              <a:uFillTx/>
              <a:latin typeface="Tw Cen MT"/>
            </a:endParaRPr>
          </a:p>
          <a:p>
            <a:pPr lvl="6" marL="3024000" indent="-216000">
              <a:lnSpc>
                <a:spcPct val="120000"/>
              </a:lnSpc>
              <a:spcBef>
                <a:spcPts val="283"/>
              </a:spcBef>
              <a:buClr>
                <a:srgbClr val="ffffff"/>
              </a:buClr>
              <a:buSzPct val="45000"/>
              <a:buFont typeface="Wingdings" charset="2"/>
              <a:buChar char=""/>
            </a:pPr>
            <a:r>
              <a:rPr b="0" lang="en-US" sz="2000" strike="noStrike" u="none">
                <a:solidFill>
                  <a:schemeClr val="lt1"/>
                </a:solidFill>
                <a:effectLst/>
                <a:uFillTx/>
                <a:latin typeface="Tw Cen MT"/>
              </a:rPr>
              <a:t>Seventh Outline Level</a:t>
            </a:r>
            <a:endParaRPr b="0" lang="en-US" sz="2000" strike="noStrike" u="none">
              <a:solidFill>
                <a:schemeClr val="lt1"/>
              </a:solidFill>
              <a:effectLst/>
              <a:uFillTx/>
              <a:latin typeface="Tw Cen MT"/>
            </a:endParaRPr>
          </a:p>
        </p:txBody>
      </p:sp>
    </p:spTree>
  </p:cSld>
  <p:clrMap bg1="dk1" tx1="lt1" bg2="dk2" tx2="lt2" accent1="accent1" accent2="accent2" accent3="accent3" accent4="accent4" accent5="accent5" accent6="accent6" hlink="hlink" folHlink="folHlink"/>
  <p:sldLayoutIdLst>
    <p:sldLayoutId id="2147483649" r:id="rId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image" Target="../media/image4.png"/><Relationship Id="rId5" Type="http://schemas.openxmlformats.org/officeDocument/2006/relationships/image" Target="../media/image4.png"/><Relationship Id="rId6" Type="http://schemas.openxmlformats.org/officeDocument/2006/relationships/image" Target="../media/image4.png"/><Relationship Id="rId7"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4" name="PlaceHolder 1"/>
          <p:cNvSpPr>
            <a:spLocks noGrp="1"/>
          </p:cNvSpPr>
          <p:nvPr>
            <p:ph type="title"/>
          </p:nvPr>
        </p:nvSpPr>
        <p:spPr>
          <a:xfrm>
            <a:off x="1876320" y="673200"/>
            <a:ext cx="8791200" cy="2836440"/>
          </a:xfrm>
          <a:prstGeom prst="rect">
            <a:avLst/>
          </a:prstGeom>
          <a:noFill/>
          <a:ln w="0">
            <a:noFill/>
          </a:ln>
        </p:spPr>
        <p:txBody>
          <a:bodyPr lIns="91440" rIns="91440" tIns="45720" bIns="45720" anchor="b">
            <a:noAutofit/>
          </a:bodyPr>
          <a:p>
            <a:pPr indent="0" algn="ctr" defTabSz="914400">
              <a:lnSpc>
                <a:spcPct val="90000"/>
              </a:lnSpc>
              <a:buNone/>
            </a:pPr>
            <a:r>
              <a:rPr b="0" lang="en-US" sz="3200" strike="noStrike" u="none" cap="small">
                <a:solidFill>
                  <a:srgbClr val="000000"/>
                </a:solidFill>
                <a:effectLst/>
                <a:uFillTx/>
                <a:latin typeface="Times New Roman"/>
                <a:ea typeface="SimSun"/>
              </a:rPr>
              <a:t>Comparison of Early Versus Late Amniotomy with Immediate Oxytocin Infusion In Nulliparous women with bishop’s score ≥ 6 </a:t>
            </a:r>
            <a:br>
              <a:rPr sz="3200"/>
            </a:br>
            <a:r>
              <a:rPr b="0" lang="en-US" sz="3200" strike="noStrike" u="none" cap="small">
                <a:solidFill>
                  <a:srgbClr val="000000"/>
                </a:solidFill>
                <a:effectLst/>
                <a:uFillTx/>
                <a:latin typeface="Times New Roman"/>
                <a:ea typeface="SimSun"/>
              </a:rPr>
              <a:t>- A Randomised Trial</a:t>
            </a:r>
            <a:br>
              <a:rPr sz="3200"/>
            </a:br>
            <a:endParaRPr b="0" lang="en-US" sz="3200" strike="noStrike" u="none">
              <a:solidFill>
                <a:schemeClr val="lt1"/>
              </a:solidFill>
              <a:effectLst/>
              <a:uFillTx/>
              <a:latin typeface="Tw Cen MT"/>
            </a:endParaRPr>
          </a:p>
        </p:txBody>
      </p:sp>
      <p:sp>
        <p:nvSpPr>
          <p:cNvPr id="875" name="PlaceHolder 2"/>
          <p:cNvSpPr>
            <a:spLocks noGrp="1"/>
          </p:cNvSpPr>
          <p:nvPr>
            <p:ph type="subTitle"/>
          </p:nvPr>
        </p:nvSpPr>
        <p:spPr>
          <a:xfrm>
            <a:off x="1876320" y="3429000"/>
            <a:ext cx="8791200" cy="2836440"/>
          </a:xfrm>
          <a:prstGeom prst="rect">
            <a:avLst/>
          </a:prstGeom>
          <a:noFill/>
          <a:ln w="0">
            <a:noFill/>
          </a:ln>
        </p:spPr>
        <p:txBody>
          <a:bodyPr lIns="91440" rIns="91440" tIns="45720" bIns="45720" anchor="t">
            <a:noAutofit/>
          </a:bodyPr>
          <a:p>
            <a:pPr indent="0" algn="r" defTabSz="914400">
              <a:lnSpc>
                <a:spcPct val="120000"/>
              </a:lnSpc>
              <a:spcBef>
                <a:spcPts val="1001"/>
              </a:spcBef>
              <a:buNone/>
              <a:tabLst>
                <a:tab algn="l" pos="0"/>
              </a:tabLst>
            </a:pPr>
            <a:r>
              <a:rPr b="0" lang="en-US" sz="2000" strike="noStrike" u="none" cap="all">
                <a:solidFill>
                  <a:schemeClr val="lt2"/>
                </a:solidFill>
                <a:effectLst/>
                <a:uFillTx/>
                <a:latin typeface="Tw Cen MT"/>
              </a:rPr>
              <a:t>Principle investigator: Dr. m. Saranya 1</a:t>
            </a:r>
            <a:r>
              <a:rPr b="0" lang="en-US" sz="2000" strike="noStrike" u="none" baseline="30000" cap="all">
                <a:solidFill>
                  <a:schemeClr val="lt2"/>
                </a:solidFill>
                <a:effectLst/>
                <a:uFillTx/>
                <a:latin typeface="Tw Cen MT"/>
              </a:rPr>
              <a:t>st</a:t>
            </a:r>
            <a:r>
              <a:rPr b="0" lang="en-US" sz="2000" strike="noStrike" u="none" cap="all">
                <a:solidFill>
                  <a:schemeClr val="lt2"/>
                </a:solidFill>
                <a:effectLst/>
                <a:uFillTx/>
                <a:latin typeface="Tw Cen MT"/>
              </a:rPr>
              <a:t> year pg</a:t>
            </a:r>
            <a:endParaRPr b="0" lang="en-GB" sz="2000" strike="noStrike" u="none">
              <a:solidFill>
                <a:srgbClr val="ffffff"/>
              </a:solidFill>
              <a:effectLst/>
              <a:uFillTx/>
              <a:latin typeface="Arial"/>
            </a:endParaRPr>
          </a:p>
          <a:p>
            <a:pPr indent="0" algn="r" defTabSz="914400">
              <a:lnSpc>
                <a:spcPct val="120000"/>
              </a:lnSpc>
              <a:spcBef>
                <a:spcPts val="1001"/>
              </a:spcBef>
              <a:buNone/>
              <a:tabLst>
                <a:tab algn="l" pos="0"/>
              </a:tabLst>
            </a:pPr>
            <a:r>
              <a:rPr b="0" lang="en-US" sz="2000" strike="noStrike" u="none" cap="all">
                <a:solidFill>
                  <a:schemeClr val="lt2"/>
                </a:solidFill>
                <a:effectLst/>
                <a:uFillTx/>
                <a:latin typeface="Tw Cen MT"/>
              </a:rPr>
              <a:t>Guide: dr. p. amudha md og</a:t>
            </a:r>
            <a:endParaRPr b="0" lang="en-GB" sz="2000" strike="noStrike" u="none">
              <a:solidFill>
                <a:srgbClr val="ffffff"/>
              </a:solidFill>
              <a:effectLst/>
              <a:uFillTx/>
              <a:latin typeface="Arial"/>
            </a:endParaRPr>
          </a:p>
          <a:p>
            <a:pPr indent="0" algn="r" defTabSz="914400">
              <a:lnSpc>
                <a:spcPct val="120000"/>
              </a:lnSpc>
              <a:spcBef>
                <a:spcPts val="1001"/>
              </a:spcBef>
              <a:buNone/>
              <a:tabLst>
                <a:tab algn="l" pos="0"/>
              </a:tabLst>
            </a:pPr>
            <a:r>
              <a:rPr b="0" lang="en-US" sz="2000" strike="noStrike" u="none" cap="all">
                <a:solidFill>
                  <a:schemeClr val="lt2"/>
                </a:solidFill>
                <a:effectLst/>
                <a:uFillTx/>
                <a:latin typeface="Tw Cen MT"/>
              </a:rPr>
              <a:t>Co guide : dr.c. anju padmasekar md og</a:t>
            </a:r>
            <a:endParaRPr b="0" lang="en-GB" sz="2000" strike="noStrike" u="none">
              <a:solidFill>
                <a:srgbClr val="ffffff"/>
              </a:solidFill>
              <a:effectLst/>
              <a:uFillTx/>
              <a:latin typeface="Arial"/>
            </a:endParaRPr>
          </a:p>
          <a:p>
            <a:pPr indent="0" algn="r" defTabSz="914400">
              <a:lnSpc>
                <a:spcPct val="120000"/>
              </a:lnSpc>
              <a:spcBef>
                <a:spcPts val="1001"/>
              </a:spcBef>
              <a:buNone/>
              <a:tabLst>
                <a:tab algn="l" pos="0"/>
              </a:tabLst>
            </a:pPr>
            <a:r>
              <a:rPr b="0" lang="en-US" sz="2000" strike="noStrike" u="none" cap="all">
                <a:solidFill>
                  <a:schemeClr val="lt2"/>
                </a:solidFill>
                <a:effectLst/>
                <a:uFillTx/>
                <a:latin typeface="Tw Cen MT"/>
              </a:rPr>
              <a:t>Department of obstretics and gynecology</a:t>
            </a:r>
            <a:endParaRPr b="0" lang="en-GB" sz="2000" strike="noStrike" u="none">
              <a:solidFill>
                <a:srgbClr val="ffffff"/>
              </a:solidFill>
              <a:effectLst/>
              <a:uFillTx/>
              <a:latin typeface="Arial"/>
            </a:endParaRPr>
          </a:p>
          <a:p>
            <a:pPr indent="0" algn="r" defTabSz="914400">
              <a:lnSpc>
                <a:spcPct val="120000"/>
              </a:lnSpc>
              <a:spcBef>
                <a:spcPts val="1001"/>
              </a:spcBef>
              <a:buNone/>
              <a:tabLst>
                <a:tab algn="l" pos="0"/>
              </a:tabLst>
            </a:pPr>
            <a:r>
              <a:rPr b="0" lang="en-US" sz="2000" strike="noStrike" u="none" cap="all">
                <a:solidFill>
                  <a:schemeClr val="lt2"/>
                </a:solidFill>
                <a:effectLst/>
                <a:uFillTx/>
                <a:latin typeface="Tw Cen MT"/>
              </a:rPr>
              <a:t>Goverment raja mirasudhar hospital thanjavur</a:t>
            </a:r>
            <a:endParaRPr b="0" lang="en-GB"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6"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Autofit/>
          </a:bodyPr>
          <a:p>
            <a:pPr indent="0" algn="ctr" defTabSz="914400">
              <a:lnSpc>
                <a:spcPct val="90000"/>
              </a:lnSpc>
              <a:buNone/>
            </a:pPr>
            <a:r>
              <a:rPr b="1" lang="en-US" sz="3600" strike="noStrike" u="none" cap="all">
                <a:solidFill>
                  <a:srgbClr val="404040"/>
                </a:solidFill>
                <a:effectLst/>
                <a:uFillTx/>
                <a:latin typeface="Times New Roman"/>
                <a:ea typeface="Calibri"/>
              </a:rPr>
              <a:t>INTRODUCTION</a:t>
            </a:r>
            <a:endParaRPr b="0" lang="en-US" sz="3600" strike="noStrike" u="none">
              <a:solidFill>
                <a:schemeClr val="lt1"/>
              </a:solidFill>
              <a:effectLst/>
              <a:uFillTx/>
              <a:latin typeface="Tw Cen MT"/>
            </a:endParaRPr>
          </a:p>
        </p:txBody>
      </p:sp>
      <p:sp>
        <p:nvSpPr>
          <p:cNvPr id="877" name="PlaceHolder 2"/>
          <p:cNvSpPr>
            <a:spLocks noGrp="1"/>
          </p:cNvSpPr>
          <p:nvPr>
            <p:ph/>
          </p:nvPr>
        </p:nvSpPr>
        <p:spPr>
          <a:xfrm>
            <a:off x="1141560" y="2249640"/>
            <a:ext cx="9905760" cy="3541320"/>
          </a:xfrm>
          <a:prstGeom prst="rect">
            <a:avLst/>
          </a:prstGeom>
          <a:noFill/>
          <a:ln w="0">
            <a:noFill/>
          </a:ln>
        </p:spPr>
        <p:txBody>
          <a:bodyPr lIns="91440" rIns="91440" tIns="45720" bIns="45720" anchor="t">
            <a:normAutofit/>
          </a:bodyPr>
          <a:p>
            <a:pPr marL="6480" indent="-6480" defTabSz="914400">
              <a:lnSpc>
                <a:spcPct val="103000"/>
              </a:lnSpc>
              <a:spcAft>
                <a:spcPts val="65"/>
              </a:spcAft>
              <a:buClr>
                <a:srgbClr val="404040"/>
              </a:buClr>
              <a:buSzPct val="125000"/>
              <a:buFont typeface="Arial"/>
              <a:buChar char="•"/>
            </a:pPr>
            <a:r>
              <a:rPr b="0" lang="en-US" sz="2800" strike="noStrike" u="none">
                <a:solidFill>
                  <a:srgbClr val="404040"/>
                </a:solidFill>
                <a:effectLst/>
                <a:uFillTx/>
                <a:latin typeface="Times New Roman"/>
                <a:ea typeface="Calibri"/>
              </a:rPr>
              <a:t> Induction of labour is defined as the process of artificial initiation of uterine contraction, prior to spontaneous onset with intention to make progressive effacement and dilatation of cervix. Induction of labour is a commonly performed obstetric procedure. </a:t>
            </a:r>
            <a:endParaRPr b="0" lang="en-US" sz="2800" strike="noStrike" u="none">
              <a:solidFill>
                <a:schemeClr val="lt1"/>
              </a:solidFill>
              <a:effectLst/>
              <a:uFillTx/>
              <a:latin typeface="Tw Cen MT"/>
            </a:endParaRPr>
          </a:p>
          <a:p>
            <a:pPr indent="0" defTabSz="914400">
              <a:lnSpc>
                <a:spcPct val="103000"/>
              </a:lnSpc>
              <a:spcAft>
                <a:spcPts val="65"/>
              </a:spcAft>
              <a:buNone/>
              <a:tabLst>
                <a:tab algn="l" pos="0"/>
              </a:tabLst>
            </a:pPr>
            <a:r>
              <a:rPr b="0" lang="en-US" sz="2800" strike="noStrike" u="none">
                <a:solidFill>
                  <a:srgbClr val="404040"/>
                </a:solidFill>
                <a:effectLst/>
                <a:uFillTx/>
                <a:latin typeface="Times New Roman"/>
                <a:ea typeface="Calibri"/>
              </a:rPr>
              <a:t>                                          </a:t>
            </a:r>
            <a:endParaRPr b="0" lang="en-US" sz="2800" strike="noStrike" u="none">
              <a:solidFill>
                <a:schemeClr val="lt1"/>
              </a:solidFill>
              <a:effectLst/>
              <a:uFillTx/>
              <a:latin typeface="Tw Cen MT"/>
            </a:endParaRPr>
          </a:p>
          <a:p>
            <a:pPr indent="0" defTabSz="914400">
              <a:lnSpc>
                <a:spcPct val="120000"/>
              </a:lnSpc>
              <a:spcBef>
                <a:spcPts val="1001"/>
              </a:spcBef>
              <a:buNone/>
              <a:tabLst>
                <a:tab algn="l" pos="0"/>
              </a:tabLst>
            </a:pPr>
            <a:endParaRPr b="0" lang="en-US" sz="2400" strike="noStrike" u="none">
              <a:solidFill>
                <a:schemeClr val="lt1"/>
              </a:solidFill>
              <a:effectLst/>
              <a:uFillTx/>
              <a:latin typeface="Tw Cen MT"/>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8"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Autofit/>
          </a:bodyPr>
          <a:p>
            <a:pPr indent="0" algn="ctr" defTabSz="914400">
              <a:lnSpc>
                <a:spcPct val="90000"/>
              </a:lnSpc>
              <a:buNone/>
            </a:pPr>
            <a:r>
              <a:rPr b="1" lang="en-US" sz="3600" strike="noStrike" u="none" cap="all">
                <a:solidFill>
                  <a:srgbClr val="000000"/>
                </a:solidFill>
                <a:effectLst/>
                <a:uFillTx/>
                <a:latin typeface="Times New Roman"/>
                <a:ea typeface="Times New Roman"/>
              </a:rPr>
              <a:t>Aim</a:t>
            </a:r>
            <a:endParaRPr b="0" lang="en-US" sz="3600" strike="noStrike" u="none">
              <a:solidFill>
                <a:schemeClr val="lt1"/>
              </a:solidFill>
              <a:effectLst/>
              <a:uFillTx/>
              <a:latin typeface="Tw Cen MT"/>
            </a:endParaRPr>
          </a:p>
        </p:txBody>
      </p:sp>
      <p:sp>
        <p:nvSpPr>
          <p:cNvPr id="879" name="PlaceHolder 2"/>
          <p:cNvSpPr>
            <a:spLocks noGrp="1"/>
          </p:cNvSpPr>
          <p:nvPr>
            <p:ph/>
          </p:nvPr>
        </p:nvSpPr>
        <p:spPr>
          <a:xfrm>
            <a:off x="1141560" y="2249640"/>
            <a:ext cx="9905760" cy="3541320"/>
          </a:xfrm>
          <a:prstGeom prst="rect">
            <a:avLst/>
          </a:prstGeom>
          <a:noFill/>
          <a:ln w="0">
            <a:noFill/>
          </a:ln>
        </p:spPr>
        <p:txBody>
          <a:bodyPr lIns="91440" rIns="91440" tIns="45720" bIns="45720" anchor="t">
            <a:noAutofit/>
          </a:bodyPr>
          <a:p>
            <a:pPr marL="6480" indent="-6480" defTabSz="914400">
              <a:lnSpc>
                <a:spcPct val="103000"/>
              </a:lnSpc>
              <a:spcAft>
                <a:spcPts val="65"/>
              </a:spcAft>
              <a:buClr>
                <a:srgbClr val="000000"/>
              </a:buClr>
              <a:buSzPct val="125000"/>
              <a:buFont typeface="Arial"/>
              <a:buChar char="•"/>
            </a:pPr>
            <a:r>
              <a:rPr b="0" lang="en-US" sz="3200" strike="noStrike" u="none">
                <a:solidFill>
                  <a:srgbClr val="000000"/>
                </a:solidFill>
                <a:effectLst/>
                <a:uFillTx/>
                <a:latin typeface="Times New Roman"/>
                <a:ea typeface="Times New Roman"/>
              </a:rPr>
              <a:t> To compare the outcome of early amniotomy with immediate labour induction with oxytocin compared with oxytocin infusion followed by late amniotomy in women with Bishop’score≥6.</a:t>
            </a:r>
            <a:endParaRPr b="0" lang="en-US" sz="3200" strike="noStrike" u="none">
              <a:solidFill>
                <a:schemeClr val="lt1"/>
              </a:solidFill>
              <a:effectLst/>
              <a:uFillTx/>
              <a:latin typeface="Tw Cen MT"/>
            </a:endParaRPr>
          </a:p>
          <a:p>
            <a:pPr indent="0" defTabSz="914400">
              <a:lnSpc>
                <a:spcPct val="103000"/>
              </a:lnSpc>
              <a:spcAft>
                <a:spcPts val="65"/>
              </a:spcAft>
              <a:buNone/>
            </a:pPr>
            <a:endParaRPr b="0" lang="en-US" sz="1800" strike="noStrike" u="none">
              <a:solidFill>
                <a:schemeClr val="lt1"/>
              </a:solidFill>
              <a:effectLst/>
              <a:uFillTx/>
              <a:latin typeface="Tw Cen MT"/>
            </a:endParaRPr>
          </a:p>
          <a:p>
            <a:pPr indent="0" defTabSz="914400">
              <a:lnSpc>
                <a:spcPct val="120000"/>
              </a:lnSpc>
              <a:spcBef>
                <a:spcPts val="1001"/>
              </a:spcBef>
              <a:buNone/>
            </a:pPr>
            <a:endParaRPr b="0" lang="en-US" sz="2400" strike="noStrike" u="none">
              <a:solidFill>
                <a:schemeClr val="lt1"/>
              </a:solidFill>
              <a:effectLst/>
              <a:uFillTx/>
              <a:latin typeface="Tw Cen MT"/>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0" name="PlaceHolder 1"/>
          <p:cNvSpPr>
            <a:spLocks noGrp="1"/>
          </p:cNvSpPr>
          <p:nvPr>
            <p:ph type="title"/>
          </p:nvPr>
        </p:nvSpPr>
        <p:spPr>
          <a:xfrm>
            <a:off x="1141560" y="618480"/>
            <a:ext cx="9905760" cy="250560"/>
          </a:xfrm>
          <a:prstGeom prst="rect">
            <a:avLst/>
          </a:prstGeom>
          <a:noFill/>
          <a:ln w="0">
            <a:noFill/>
          </a:ln>
        </p:spPr>
        <p:txBody>
          <a:bodyPr lIns="91440" rIns="91440" tIns="45720" bIns="45720" anchor="ctr">
            <a:normAutofit fontScale="25000" lnSpcReduction="19999"/>
          </a:bodyPr>
          <a:p>
            <a:pPr indent="0" algn="ctr" defTabSz="914400">
              <a:lnSpc>
                <a:spcPct val="90000"/>
              </a:lnSpc>
              <a:buNone/>
            </a:pPr>
            <a:r>
              <a:rPr b="1" lang="en-US" sz="3600" strike="noStrike" u="none" cap="all">
                <a:solidFill>
                  <a:srgbClr val="000000"/>
                </a:solidFill>
                <a:effectLst/>
                <a:uFillTx/>
                <a:latin typeface="Times New Roman"/>
                <a:ea typeface="Times New Roman"/>
              </a:rPr>
              <a:t>METHODOLOGY</a:t>
            </a:r>
            <a:br>
              <a:rPr sz="3600"/>
            </a:br>
            <a:endParaRPr b="0" lang="en-US" sz="3600" strike="noStrike" u="none">
              <a:solidFill>
                <a:schemeClr val="lt1"/>
              </a:solidFill>
              <a:effectLst/>
              <a:uFillTx/>
              <a:latin typeface="Tw Cen MT"/>
            </a:endParaRPr>
          </a:p>
        </p:txBody>
      </p:sp>
      <p:sp>
        <p:nvSpPr>
          <p:cNvPr id="881" name="PlaceHolder 2"/>
          <p:cNvSpPr>
            <a:spLocks noGrp="1"/>
          </p:cNvSpPr>
          <p:nvPr>
            <p:ph/>
          </p:nvPr>
        </p:nvSpPr>
        <p:spPr>
          <a:xfrm>
            <a:off x="1141560" y="869400"/>
            <a:ext cx="9905760" cy="4921560"/>
          </a:xfrm>
          <a:prstGeom prst="rect">
            <a:avLst/>
          </a:prstGeom>
          <a:noFill/>
          <a:ln w="0">
            <a:noFill/>
          </a:ln>
        </p:spPr>
        <p:txBody>
          <a:bodyPr lIns="91440" rIns="91440" tIns="45720" bIns="45720" anchor="t">
            <a:normAutofit lnSpcReduction="9999"/>
          </a:bodyPr>
          <a:p>
            <a:pPr marL="6480" indent="-6480" defTabSz="914400">
              <a:lnSpc>
                <a:spcPct val="103000"/>
              </a:lnSpc>
              <a:spcAft>
                <a:spcPts val="65"/>
              </a:spcAft>
              <a:buClr>
                <a:srgbClr val="000000"/>
              </a:buClr>
              <a:buSzPct val="125000"/>
              <a:buFont typeface="Arial"/>
              <a:buChar char="•"/>
            </a:pPr>
            <a:r>
              <a:rPr b="1" lang="en-US" sz="2400" strike="noStrike" u="none">
                <a:solidFill>
                  <a:srgbClr val="000000"/>
                </a:solidFill>
                <a:effectLst/>
                <a:uFillTx/>
                <a:latin typeface="Times New Roman"/>
                <a:ea typeface="Times New Roman"/>
              </a:rPr>
              <a:t> STUDY SETTING</a:t>
            </a:r>
            <a:r>
              <a:rPr b="0" lang="en-US" sz="2400" strike="noStrike" u="none">
                <a:solidFill>
                  <a:srgbClr val="000000"/>
                </a:solidFill>
                <a:effectLst/>
                <a:uFillTx/>
                <a:latin typeface="Times New Roman"/>
                <a:ea typeface="Times New Roman"/>
              </a:rPr>
              <a:t>: This study is to be conducted in Department of Obstetrics and Gynaecology, Government Raja Mirasudhar Hospital attached to Thanjavur Medical College.</a:t>
            </a:r>
            <a:endParaRPr b="0" lang="en-US" sz="2400" strike="noStrike" u="none">
              <a:solidFill>
                <a:schemeClr val="lt1"/>
              </a:solidFill>
              <a:effectLst/>
              <a:uFillTx/>
              <a:latin typeface="Tw Cen MT"/>
            </a:endParaRPr>
          </a:p>
          <a:p>
            <a:pPr marL="6480" indent="-6480" defTabSz="914400">
              <a:lnSpc>
                <a:spcPct val="103000"/>
              </a:lnSpc>
              <a:spcAft>
                <a:spcPts val="65"/>
              </a:spcAft>
              <a:buClr>
                <a:srgbClr val="000000"/>
              </a:buClr>
              <a:buSzPct val="125000"/>
              <a:buFont typeface="Arial"/>
              <a:buChar char="•"/>
            </a:pPr>
            <a:r>
              <a:rPr b="1" lang="en-US" sz="2400" strike="noStrike" u="none">
                <a:solidFill>
                  <a:srgbClr val="000000"/>
                </a:solidFill>
                <a:effectLst/>
                <a:uFillTx/>
                <a:latin typeface="Times New Roman"/>
                <a:ea typeface="Times New Roman"/>
              </a:rPr>
              <a:t> STUDY PERIOD:</a:t>
            </a:r>
            <a:r>
              <a:rPr b="0" lang="en-US" sz="2400" strike="noStrike" u="none">
                <a:solidFill>
                  <a:srgbClr val="000000"/>
                </a:solidFill>
                <a:effectLst/>
                <a:uFillTx/>
                <a:latin typeface="Times New Roman"/>
                <a:ea typeface="Times New Roman"/>
              </a:rPr>
              <a:t> September 2024 TO August 2025.</a:t>
            </a:r>
            <a:endParaRPr b="0" lang="en-US" sz="2400" strike="noStrike" u="none">
              <a:solidFill>
                <a:schemeClr val="lt1"/>
              </a:solidFill>
              <a:effectLst/>
              <a:uFillTx/>
              <a:latin typeface="Tw Cen MT"/>
            </a:endParaRPr>
          </a:p>
          <a:p>
            <a:pPr marL="6480" indent="-6480" defTabSz="914400">
              <a:lnSpc>
                <a:spcPct val="103000"/>
              </a:lnSpc>
              <a:spcAft>
                <a:spcPts val="65"/>
              </a:spcAft>
              <a:buClr>
                <a:srgbClr val="000000"/>
              </a:buClr>
              <a:buSzPct val="125000"/>
              <a:buFont typeface="Arial"/>
              <a:buChar char="•"/>
            </a:pPr>
            <a:r>
              <a:rPr b="1" lang="en-US" sz="2400" strike="noStrike" u="none">
                <a:solidFill>
                  <a:srgbClr val="000000"/>
                </a:solidFill>
                <a:effectLst/>
                <a:uFillTx/>
                <a:latin typeface="Times New Roman"/>
                <a:ea typeface="Times New Roman"/>
              </a:rPr>
              <a:t> STUDY DESIGN</a:t>
            </a:r>
            <a:r>
              <a:rPr b="0" lang="en-US" sz="2400" strike="noStrike" u="none">
                <a:solidFill>
                  <a:srgbClr val="000000"/>
                </a:solidFill>
                <a:effectLst/>
                <a:uFillTx/>
                <a:latin typeface="Times New Roman"/>
                <a:ea typeface="Times New Roman"/>
              </a:rPr>
              <a:t>: It is a randomized controlled open label clinical intervention trial.</a:t>
            </a:r>
            <a:endParaRPr b="0" lang="en-US" sz="2400" strike="noStrike" u="none">
              <a:solidFill>
                <a:schemeClr val="lt1"/>
              </a:solidFill>
              <a:effectLst/>
              <a:uFillTx/>
              <a:latin typeface="Tw Cen MT"/>
            </a:endParaRPr>
          </a:p>
          <a:p>
            <a:pPr marL="6480" indent="-6480" defTabSz="914400">
              <a:lnSpc>
                <a:spcPct val="103000"/>
              </a:lnSpc>
              <a:spcAft>
                <a:spcPts val="65"/>
              </a:spcAft>
              <a:buClr>
                <a:srgbClr val="000000"/>
              </a:buClr>
              <a:buSzPct val="125000"/>
              <a:buFont typeface="Arial"/>
              <a:buChar char="•"/>
            </a:pPr>
            <a:r>
              <a:rPr b="1" lang="en-US" sz="2400" strike="noStrike" u="none">
                <a:solidFill>
                  <a:srgbClr val="000000"/>
                </a:solidFill>
                <a:effectLst/>
                <a:uFillTx/>
                <a:latin typeface="Times New Roman"/>
                <a:ea typeface="Times New Roman"/>
              </a:rPr>
              <a:t> SAMPLE SIZE:</a:t>
            </a:r>
            <a:r>
              <a:rPr b="0" lang="en-US" sz="2400" strike="noStrike" u="none">
                <a:solidFill>
                  <a:srgbClr val="000000"/>
                </a:solidFill>
                <a:effectLst/>
                <a:uFillTx/>
                <a:latin typeface="Times New Roman"/>
                <a:ea typeface="Times New Roman"/>
              </a:rPr>
              <a:t> 140 women admitted for induction of labour who fulfill the inclusion criteria.70 among early amniotomy group,70 among late amniotomy group.</a:t>
            </a:r>
            <a:endParaRPr b="0" lang="en-US" sz="2400" strike="noStrike" u="none">
              <a:solidFill>
                <a:schemeClr val="lt1"/>
              </a:solidFill>
              <a:effectLst/>
              <a:uFillTx/>
              <a:latin typeface="Tw Cen MT"/>
            </a:endParaRPr>
          </a:p>
          <a:p>
            <a:pPr marL="228600" indent="-228600" defTabSz="914400">
              <a:lnSpc>
                <a:spcPct val="103000"/>
              </a:lnSpc>
              <a:spcAft>
                <a:spcPts val="65"/>
              </a:spcAft>
              <a:buClr>
                <a:srgbClr val="000000"/>
              </a:buClr>
              <a:buSzPct val="125000"/>
              <a:buFont typeface="Arial"/>
              <a:buChar char="•"/>
            </a:pPr>
            <a:r>
              <a:rPr b="1" lang="en-US" sz="2400" strike="noStrike" u="none">
                <a:solidFill>
                  <a:srgbClr val="000000"/>
                </a:solidFill>
                <a:effectLst/>
                <a:uFillTx/>
                <a:latin typeface="Times New Roman"/>
                <a:ea typeface="Times New Roman"/>
              </a:rPr>
              <a:t>CONFIDENTIALITY:</a:t>
            </a:r>
            <a:endParaRPr b="0" lang="en-US" sz="2400" strike="noStrike" u="none">
              <a:solidFill>
                <a:schemeClr val="lt1"/>
              </a:solidFill>
              <a:effectLst/>
              <a:uFillTx/>
              <a:latin typeface="Tw Cen MT"/>
            </a:endParaRPr>
          </a:p>
          <a:p>
            <a:pPr marL="6480" indent="0" defTabSz="914400">
              <a:lnSpc>
                <a:spcPct val="103000"/>
              </a:lnSpc>
              <a:spcAft>
                <a:spcPts val="65"/>
              </a:spcAft>
              <a:buNone/>
              <a:tabLst>
                <a:tab algn="l" pos="0"/>
              </a:tabLst>
            </a:pPr>
            <a:r>
              <a:rPr b="0" lang="en-US" sz="2400" strike="noStrike" u="none">
                <a:solidFill>
                  <a:srgbClr val="000000"/>
                </a:solidFill>
                <a:effectLst/>
                <a:uFillTx/>
                <a:latin typeface="Times New Roman"/>
                <a:ea typeface="Times New Roman"/>
              </a:rPr>
              <a:t>     Patient identity will be kept confidential. Access to records for persons other than researchers and guide will be prohibited.</a:t>
            </a:r>
            <a:endParaRPr b="0" lang="en-US" sz="2400" strike="noStrike" u="none">
              <a:solidFill>
                <a:schemeClr val="lt1"/>
              </a:solidFill>
              <a:effectLst/>
              <a:uFillTx/>
              <a:latin typeface="Tw Cen MT"/>
            </a:endParaRPr>
          </a:p>
          <a:p>
            <a:pPr marL="6480" indent="0" defTabSz="914400">
              <a:lnSpc>
                <a:spcPct val="103000"/>
              </a:lnSpc>
              <a:spcAft>
                <a:spcPts val="65"/>
              </a:spcAft>
              <a:buNone/>
              <a:tabLst>
                <a:tab algn="l" pos="0"/>
              </a:tabLst>
            </a:pPr>
            <a:r>
              <a:rPr b="0" lang="en-US" sz="1800" strike="noStrike" u="none">
                <a:solidFill>
                  <a:srgbClr val="000000"/>
                </a:solidFill>
                <a:effectLst/>
                <a:uFillTx/>
                <a:latin typeface="Times New Roman"/>
                <a:ea typeface="Times New Roman"/>
              </a:rPr>
              <a:t> </a:t>
            </a:r>
            <a:endParaRPr b="0" lang="en-US" sz="1800" strike="noStrike" u="none">
              <a:solidFill>
                <a:schemeClr val="lt1"/>
              </a:solidFill>
              <a:effectLst/>
              <a:uFillTx/>
              <a:latin typeface="Tw Cen MT"/>
            </a:endParaRPr>
          </a:p>
          <a:p>
            <a:pPr indent="0" defTabSz="914400">
              <a:lnSpc>
                <a:spcPct val="120000"/>
              </a:lnSpc>
              <a:spcBef>
                <a:spcPts val="1001"/>
              </a:spcBef>
              <a:buNone/>
              <a:tabLst>
                <a:tab algn="l" pos="0"/>
              </a:tabLst>
            </a:pPr>
            <a:endParaRPr b="0" lang="en-US" sz="2400" strike="noStrike" u="none">
              <a:solidFill>
                <a:schemeClr val="lt1"/>
              </a:solidFill>
              <a:effectLst/>
              <a:uFillTx/>
              <a:latin typeface="Tw Cen MT"/>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2" name="PlaceHolder 1"/>
          <p:cNvSpPr>
            <a:spLocks noGrp="1"/>
          </p:cNvSpPr>
          <p:nvPr>
            <p:ph/>
          </p:nvPr>
        </p:nvSpPr>
        <p:spPr>
          <a:xfrm>
            <a:off x="509760" y="569880"/>
            <a:ext cx="10986840" cy="5770080"/>
          </a:xfrm>
          <a:prstGeom prst="rect">
            <a:avLst/>
          </a:prstGeom>
          <a:noFill/>
          <a:ln w="0">
            <a:noFill/>
          </a:ln>
        </p:spPr>
        <p:txBody>
          <a:bodyPr lIns="91440" rIns="91440" tIns="45720" bIns="45720" anchor="t">
            <a:normAutofit/>
          </a:bodyPr>
          <a:p>
            <a:pPr indent="0" defTabSz="914400">
              <a:lnSpc>
                <a:spcPct val="103000"/>
              </a:lnSpc>
              <a:spcAft>
                <a:spcPts val="65"/>
              </a:spcAft>
              <a:buNone/>
              <a:tabLst>
                <a:tab algn="l" pos="0"/>
              </a:tabLst>
            </a:pPr>
            <a:r>
              <a:rPr b="1" lang="en-US" sz="2800" strike="noStrike" u="none">
                <a:solidFill>
                  <a:srgbClr val="000000"/>
                </a:solidFill>
                <a:effectLst/>
                <a:uFillTx/>
                <a:latin typeface="Times New Roman"/>
                <a:ea typeface="Times New Roman"/>
              </a:rPr>
              <a:t>INCLUSION CRITERIA :</a:t>
            </a:r>
            <a:endParaRPr b="0" lang="en-US" sz="2800" strike="noStrike" u="none">
              <a:solidFill>
                <a:schemeClr val="lt1"/>
              </a:solidFill>
              <a:effectLst/>
              <a:uFillTx/>
              <a:latin typeface="Tw Cen MT"/>
            </a:endParaRPr>
          </a:p>
          <a:p>
            <a:pPr indent="0" defTabSz="914400">
              <a:lnSpc>
                <a:spcPct val="103000"/>
              </a:lnSpc>
              <a:spcAft>
                <a:spcPts val="65"/>
              </a:spcAft>
              <a:buNone/>
              <a:tabLst>
                <a:tab algn="l" pos="0"/>
              </a:tabLst>
            </a:pPr>
            <a:endParaRPr b="0" lang="en-US" sz="2800" strike="noStrike" u="none">
              <a:solidFill>
                <a:schemeClr val="lt1"/>
              </a:solidFill>
              <a:effectLst/>
              <a:uFillTx/>
              <a:latin typeface="Tw Cen MT"/>
            </a:endParaRPr>
          </a:p>
          <a:p>
            <a:pPr marL="6480" indent="457200" defTabSz="914400">
              <a:lnSpc>
                <a:spcPct val="103000"/>
              </a:lnSpc>
              <a:spcAft>
                <a:spcPts val="65"/>
              </a:spcAft>
              <a:buClr>
                <a:srgbClr val="000000"/>
              </a:buClr>
              <a:buSzPct val="125000"/>
              <a:buFont typeface="Arial"/>
              <a:buChar char="•"/>
              <a:tabLst>
                <a:tab algn="l" pos="0"/>
              </a:tabLst>
            </a:pPr>
            <a:r>
              <a:rPr b="0" lang="en-US" sz="2400" strike="noStrike" u="none">
                <a:solidFill>
                  <a:srgbClr val="000000"/>
                </a:solidFill>
                <a:effectLst/>
                <a:uFillTx/>
                <a:latin typeface="Times New Roman"/>
                <a:ea typeface="Times New Roman"/>
              </a:rPr>
              <a:t>Age &gt;18yrs </a:t>
            </a:r>
            <a:endParaRPr b="0" lang="en-US" sz="2400" strike="noStrike" u="none">
              <a:solidFill>
                <a:schemeClr val="lt1"/>
              </a:solidFill>
              <a:effectLst/>
              <a:uFillTx/>
              <a:latin typeface="Tw Cen MT"/>
            </a:endParaRPr>
          </a:p>
          <a:p>
            <a:pPr marL="6480" indent="457200" defTabSz="914400">
              <a:lnSpc>
                <a:spcPct val="103000"/>
              </a:lnSpc>
              <a:spcAft>
                <a:spcPts val="65"/>
              </a:spcAft>
              <a:buClr>
                <a:srgbClr val="000000"/>
              </a:buClr>
              <a:buSzPct val="125000"/>
              <a:buFont typeface="Arial"/>
              <a:buChar char="•"/>
              <a:tabLst>
                <a:tab algn="l" pos="0"/>
              </a:tabLst>
            </a:pPr>
            <a:r>
              <a:rPr b="0" lang="en-US" sz="2400" strike="noStrike" u="none">
                <a:solidFill>
                  <a:srgbClr val="000000"/>
                </a:solidFill>
                <a:effectLst/>
                <a:uFillTx/>
                <a:latin typeface="Times New Roman"/>
                <a:ea typeface="Times New Roman"/>
              </a:rPr>
              <a:t>Full term &gt;37 weeks gestation</a:t>
            </a:r>
            <a:endParaRPr b="0" lang="en-US" sz="2400" strike="noStrike" u="none">
              <a:solidFill>
                <a:schemeClr val="lt1"/>
              </a:solidFill>
              <a:effectLst/>
              <a:uFillTx/>
              <a:latin typeface="Tw Cen MT"/>
            </a:endParaRPr>
          </a:p>
          <a:p>
            <a:pPr marL="6480" indent="457200" defTabSz="914400">
              <a:lnSpc>
                <a:spcPct val="103000"/>
              </a:lnSpc>
              <a:spcAft>
                <a:spcPts val="65"/>
              </a:spcAft>
              <a:buClr>
                <a:srgbClr val="000000"/>
              </a:buClr>
              <a:buSzPct val="125000"/>
              <a:buFont typeface="Arial"/>
              <a:buChar char="•"/>
              <a:tabLst>
                <a:tab algn="l" pos="0"/>
              </a:tabLst>
            </a:pPr>
            <a:r>
              <a:rPr b="0" lang="en-US" sz="2400" strike="noStrike" u="none">
                <a:solidFill>
                  <a:srgbClr val="000000"/>
                </a:solidFill>
                <a:effectLst/>
                <a:uFillTx/>
                <a:latin typeface="Times New Roman"/>
                <a:ea typeface="Times New Roman"/>
              </a:rPr>
              <a:t>Singleton pregnancy</a:t>
            </a:r>
            <a:endParaRPr b="0" lang="en-US" sz="2400" strike="noStrike" u="none">
              <a:solidFill>
                <a:schemeClr val="lt1"/>
              </a:solidFill>
              <a:effectLst/>
              <a:uFillTx/>
              <a:latin typeface="Tw Cen MT"/>
            </a:endParaRPr>
          </a:p>
          <a:p>
            <a:pPr marL="6480" indent="457200" defTabSz="914400">
              <a:lnSpc>
                <a:spcPct val="103000"/>
              </a:lnSpc>
              <a:spcAft>
                <a:spcPts val="65"/>
              </a:spcAft>
              <a:buClr>
                <a:srgbClr val="000000"/>
              </a:buClr>
              <a:buSzPct val="125000"/>
              <a:buFont typeface="Arial"/>
              <a:buChar char="•"/>
              <a:tabLst>
                <a:tab algn="l" pos="0"/>
              </a:tabLst>
            </a:pPr>
            <a:r>
              <a:rPr b="0" lang="en-US" sz="2400" strike="noStrike" u="none">
                <a:solidFill>
                  <a:srgbClr val="000000"/>
                </a:solidFill>
                <a:effectLst/>
                <a:uFillTx/>
                <a:latin typeface="Times New Roman"/>
                <a:ea typeface="Times New Roman"/>
              </a:rPr>
              <a:t>Fetus in cephalic presentation</a:t>
            </a:r>
            <a:endParaRPr b="0" lang="en-US" sz="2400" strike="noStrike" u="none">
              <a:solidFill>
                <a:schemeClr val="lt1"/>
              </a:solidFill>
              <a:effectLst/>
              <a:uFillTx/>
              <a:latin typeface="Tw Cen MT"/>
            </a:endParaRPr>
          </a:p>
          <a:p>
            <a:pPr marL="463680" indent="-457200" algn="just" defTabSz="914400">
              <a:lnSpc>
                <a:spcPct val="103000"/>
              </a:lnSpc>
              <a:spcAft>
                <a:spcPts val="65"/>
              </a:spcAft>
              <a:buClr>
                <a:srgbClr val="000000"/>
              </a:buClr>
              <a:buSzPct val="125000"/>
              <a:buFont typeface="Arial"/>
              <a:buChar char="•"/>
              <a:tabLst>
                <a:tab algn="l" pos="0"/>
              </a:tabLst>
            </a:pPr>
            <a:r>
              <a:rPr b="0" lang="en-US" sz="2400" strike="noStrike" u="none">
                <a:solidFill>
                  <a:srgbClr val="000000"/>
                </a:solidFill>
                <a:effectLst/>
                <a:uFillTx/>
                <a:latin typeface="Times New Roman"/>
                <a:ea typeface="Times New Roman"/>
              </a:rPr>
              <a:t>Bishop’s Score≥6</a:t>
            </a:r>
            <a:endParaRPr b="0" lang="en-US" sz="2400" strike="noStrike" u="none">
              <a:solidFill>
                <a:schemeClr val="lt1"/>
              </a:solidFill>
              <a:effectLst/>
              <a:uFillTx/>
              <a:latin typeface="Tw Cen MT"/>
            </a:endParaRPr>
          </a:p>
          <a:p>
            <a:pPr marL="463680" indent="-457200" algn="just" defTabSz="914400">
              <a:lnSpc>
                <a:spcPct val="103000"/>
              </a:lnSpc>
              <a:spcAft>
                <a:spcPts val="65"/>
              </a:spcAft>
              <a:buClr>
                <a:srgbClr val="000000"/>
              </a:buClr>
              <a:buSzPct val="125000"/>
              <a:buFont typeface="Arial"/>
              <a:buChar char="•"/>
              <a:tabLst>
                <a:tab algn="l" pos="0"/>
              </a:tabLst>
            </a:pPr>
            <a:r>
              <a:rPr b="0" lang="en-US" sz="2400" strike="noStrike" u="none">
                <a:solidFill>
                  <a:srgbClr val="000000"/>
                </a:solidFill>
                <a:effectLst/>
                <a:uFillTx/>
                <a:latin typeface="Times New Roman"/>
                <a:ea typeface="Times New Roman"/>
              </a:rPr>
              <a:t>Reassuring fetal heart rate.</a:t>
            </a:r>
            <a:endParaRPr b="0" lang="en-US" sz="2400" strike="noStrike" u="none">
              <a:solidFill>
                <a:schemeClr val="lt1"/>
              </a:solidFill>
              <a:effectLst/>
              <a:uFillTx/>
              <a:latin typeface="Tw Cen MT"/>
            </a:endParaRPr>
          </a:p>
          <a:p>
            <a:pPr indent="0" defTabSz="914400">
              <a:lnSpc>
                <a:spcPct val="103000"/>
              </a:lnSpc>
              <a:spcAft>
                <a:spcPts val="65"/>
              </a:spcAft>
              <a:buNone/>
              <a:tabLst>
                <a:tab algn="l" pos="0"/>
              </a:tabLst>
            </a:pPr>
            <a:endParaRPr b="0" lang="en-US" sz="2800" strike="noStrike" u="none">
              <a:solidFill>
                <a:schemeClr val="lt1"/>
              </a:solidFill>
              <a:effectLst/>
              <a:uFillTx/>
              <a:latin typeface="Tw Cen MT"/>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3" name="PlaceHolder 1"/>
          <p:cNvSpPr>
            <a:spLocks noGrp="1"/>
          </p:cNvSpPr>
          <p:nvPr>
            <p:ph/>
          </p:nvPr>
        </p:nvSpPr>
        <p:spPr>
          <a:xfrm>
            <a:off x="1141560" y="419760"/>
            <a:ext cx="9905760" cy="5371200"/>
          </a:xfrm>
          <a:prstGeom prst="rect">
            <a:avLst/>
          </a:prstGeom>
          <a:noFill/>
          <a:ln w="0">
            <a:noFill/>
          </a:ln>
        </p:spPr>
        <p:txBody>
          <a:bodyPr lIns="91440" rIns="91440" tIns="45720" bIns="45720" anchor="t">
            <a:normAutofit/>
          </a:bodyPr>
          <a:p>
            <a:pPr indent="0" defTabSz="914400">
              <a:lnSpc>
                <a:spcPct val="103000"/>
              </a:lnSpc>
              <a:spcAft>
                <a:spcPts val="65"/>
              </a:spcAft>
              <a:buNone/>
              <a:tabLst>
                <a:tab algn="l" pos="0"/>
              </a:tabLst>
            </a:pPr>
            <a:r>
              <a:rPr b="1" lang="en-US" sz="2400" strike="noStrike" u="none">
                <a:solidFill>
                  <a:srgbClr val="000000"/>
                </a:solidFill>
                <a:effectLst/>
                <a:uFillTx/>
                <a:latin typeface="Times New Roman"/>
                <a:ea typeface="Times New Roman"/>
              </a:rPr>
              <a:t>EXCLUSION CRITREIA</a:t>
            </a:r>
            <a:r>
              <a:rPr b="0" lang="en-US" sz="2400" strike="noStrike" u="none">
                <a:solidFill>
                  <a:srgbClr val="000000"/>
                </a:solidFill>
                <a:effectLst/>
                <a:uFillTx/>
                <a:latin typeface="Times New Roman"/>
                <a:ea typeface="Times New Roman"/>
              </a:rPr>
              <a:t>:</a:t>
            </a:r>
            <a:endParaRPr b="0" lang="en-US" sz="2400" strike="noStrike" u="none">
              <a:solidFill>
                <a:schemeClr val="lt1"/>
              </a:solidFill>
              <a:effectLst/>
              <a:uFillTx/>
              <a:latin typeface="Tw Cen MT"/>
            </a:endParaRPr>
          </a:p>
          <a:p>
            <a:pPr indent="0" defTabSz="914400">
              <a:lnSpc>
                <a:spcPct val="103000"/>
              </a:lnSpc>
              <a:spcAft>
                <a:spcPts val="65"/>
              </a:spcAft>
              <a:buNone/>
              <a:tabLst>
                <a:tab algn="l" pos="0"/>
              </a:tabLst>
            </a:pPr>
            <a:endParaRPr b="0" lang="en-US" sz="2400" strike="noStrike" u="none">
              <a:solidFill>
                <a:schemeClr val="lt1"/>
              </a:solidFill>
              <a:effectLst/>
              <a:uFillTx/>
              <a:latin typeface="Tw Cen MT"/>
            </a:endParaRPr>
          </a:p>
          <a:p>
            <a:pPr marL="228600" indent="-228600" defTabSz="914400">
              <a:lnSpc>
                <a:spcPct val="103000"/>
              </a:lnSpc>
              <a:spcAft>
                <a:spcPts val="65"/>
              </a:spcAft>
              <a:buClr>
                <a:srgbClr val="000000"/>
              </a:buClr>
              <a:buSzPct val="125000"/>
              <a:buFont typeface="Arial"/>
              <a:buChar char="•"/>
              <a:tabLst>
                <a:tab algn="l" pos="0"/>
              </a:tabLst>
            </a:pPr>
            <a:r>
              <a:rPr b="0" lang="en-US" sz="2400" strike="noStrike" u="none">
                <a:solidFill>
                  <a:srgbClr val="000000"/>
                </a:solidFill>
                <a:effectLst/>
                <a:uFillTx/>
                <a:latin typeface="Times New Roman"/>
                <a:ea typeface="Times New Roman"/>
              </a:rPr>
              <a:t>History of uterine surgery</a:t>
            </a:r>
            <a:endParaRPr b="0" lang="en-US" sz="2400" strike="noStrike" u="none">
              <a:solidFill>
                <a:schemeClr val="lt1"/>
              </a:solidFill>
              <a:effectLst/>
              <a:uFillTx/>
              <a:latin typeface="Tw Cen MT"/>
            </a:endParaRPr>
          </a:p>
          <a:p>
            <a:pPr marL="228600" indent="-228600" defTabSz="914400">
              <a:lnSpc>
                <a:spcPct val="103000"/>
              </a:lnSpc>
              <a:spcAft>
                <a:spcPts val="65"/>
              </a:spcAft>
              <a:buClr>
                <a:srgbClr val="000000"/>
              </a:buClr>
              <a:buSzPct val="125000"/>
              <a:buFont typeface="Arial"/>
              <a:buChar char="•"/>
              <a:tabLst>
                <a:tab algn="l" pos="0"/>
              </a:tabLst>
            </a:pPr>
            <a:r>
              <a:rPr b="0" lang="en-US" sz="2400" strike="noStrike" u="none">
                <a:solidFill>
                  <a:srgbClr val="000000"/>
                </a:solidFill>
                <a:effectLst/>
                <a:uFillTx/>
                <a:latin typeface="Times New Roman"/>
                <a:ea typeface="Times New Roman"/>
              </a:rPr>
              <a:t> Previous cesarean section</a:t>
            </a:r>
            <a:endParaRPr b="0" lang="en-US" sz="2400" strike="noStrike" u="none">
              <a:solidFill>
                <a:schemeClr val="lt1"/>
              </a:solidFill>
              <a:effectLst/>
              <a:uFillTx/>
              <a:latin typeface="Tw Cen MT"/>
            </a:endParaRPr>
          </a:p>
          <a:p>
            <a:pPr marL="228600" indent="-228600" defTabSz="914400">
              <a:lnSpc>
                <a:spcPct val="103000"/>
              </a:lnSpc>
              <a:spcAft>
                <a:spcPts val="65"/>
              </a:spcAft>
              <a:buClr>
                <a:srgbClr val="000000"/>
              </a:buClr>
              <a:buSzPct val="125000"/>
              <a:buFont typeface="Arial"/>
              <a:buChar char="•"/>
              <a:tabLst>
                <a:tab algn="l" pos="0"/>
              </a:tabLst>
            </a:pPr>
            <a:r>
              <a:rPr b="0" lang="en-US" sz="2400" strike="noStrike" u="none">
                <a:solidFill>
                  <a:srgbClr val="000000"/>
                </a:solidFill>
                <a:effectLst/>
                <a:uFillTx/>
                <a:latin typeface="Times New Roman"/>
                <a:ea typeface="Times New Roman"/>
              </a:rPr>
              <a:t>Ruptured membranes</a:t>
            </a:r>
            <a:endParaRPr b="0" lang="en-US" sz="2400" strike="noStrike" u="none">
              <a:solidFill>
                <a:schemeClr val="lt1"/>
              </a:solidFill>
              <a:effectLst/>
              <a:uFillTx/>
              <a:latin typeface="Tw Cen MT"/>
            </a:endParaRPr>
          </a:p>
          <a:p>
            <a:pPr marL="228600" indent="-228600" defTabSz="914400">
              <a:lnSpc>
                <a:spcPct val="103000"/>
              </a:lnSpc>
              <a:spcAft>
                <a:spcPts val="65"/>
              </a:spcAft>
              <a:buClr>
                <a:srgbClr val="000000"/>
              </a:buClr>
              <a:buSzPct val="125000"/>
              <a:buFont typeface="Arial"/>
              <a:buChar char="•"/>
              <a:tabLst>
                <a:tab algn="l" pos="0"/>
              </a:tabLst>
            </a:pPr>
            <a:r>
              <a:rPr b="0" lang="en-US" sz="2400" strike="noStrike" u="none">
                <a:solidFill>
                  <a:srgbClr val="000000"/>
                </a:solidFill>
                <a:effectLst/>
                <a:uFillTx/>
                <a:latin typeface="Times New Roman"/>
                <a:ea typeface="Times New Roman"/>
              </a:rPr>
              <a:t>Macrosomia</a:t>
            </a:r>
            <a:endParaRPr b="0" lang="en-US" sz="2400" strike="noStrike" u="none">
              <a:solidFill>
                <a:schemeClr val="lt1"/>
              </a:solidFill>
              <a:effectLst/>
              <a:uFillTx/>
              <a:latin typeface="Tw Cen MT"/>
            </a:endParaRPr>
          </a:p>
          <a:p>
            <a:pPr marL="228600" indent="-228600" defTabSz="914400">
              <a:lnSpc>
                <a:spcPct val="103000"/>
              </a:lnSpc>
              <a:spcAft>
                <a:spcPts val="65"/>
              </a:spcAft>
              <a:buClr>
                <a:srgbClr val="000000"/>
              </a:buClr>
              <a:buSzPct val="125000"/>
              <a:buFont typeface="Arial"/>
              <a:buChar char="•"/>
              <a:tabLst>
                <a:tab algn="l" pos="0"/>
              </a:tabLst>
            </a:pPr>
            <a:r>
              <a:rPr b="0" lang="en-US" sz="2400" strike="noStrike" u="none">
                <a:solidFill>
                  <a:srgbClr val="000000"/>
                </a:solidFill>
                <a:effectLst/>
                <a:uFillTx/>
                <a:latin typeface="Times New Roman"/>
                <a:ea typeface="Times New Roman"/>
              </a:rPr>
              <a:t>Gross congenital malformation,</a:t>
            </a:r>
            <a:endParaRPr b="0" lang="en-US" sz="2400" strike="noStrike" u="none">
              <a:solidFill>
                <a:schemeClr val="lt1"/>
              </a:solidFill>
              <a:effectLst/>
              <a:uFillTx/>
              <a:latin typeface="Tw Cen MT"/>
            </a:endParaRPr>
          </a:p>
          <a:p>
            <a:pPr marL="228600" indent="-228600" defTabSz="914400">
              <a:lnSpc>
                <a:spcPct val="103000"/>
              </a:lnSpc>
              <a:spcAft>
                <a:spcPts val="65"/>
              </a:spcAft>
              <a:buClr>
                <a:srgbClr val="000000"/>
              </a:buClr>
              <a:buSzPct val="125000"/>
              <a:buFont typeface="Arial"/>
              <a:buChar char="•"/>
              <a:tabLst>
                <a:tab algn="l" pos="0"/>
              </a:tabLst>
            </a:pPr>
            <a:r>
              <a:rPr b="0" lang="en-US" sz="2400" strike="noStrike" u="none">
                <a:solidFill>
                  <a:srgbClr val="000000"/>
                </a:solidFill>
                <a:effectLst/>
                <a:uFillTx/>
                <a:latin typeface="Times New Roman"/>
                <a:ea typeface="Times New Roman"/>
              </a:rPr>
              <a:t>Estimated fetal weight&lt;3</a:t>
            </a:r>
            <a:r>
              <a:rPr b="0" lang="en-US" sz="2400" strike="noStrike" u="none" baseline="30000">
                <a:solidFill>
                  <a:srgbClr val="000000"/>
                </a:solidFill>
                <a:effectLst/>
                <a:uFillTx/>
                <a:latin typeface="Times New Roman"/>
                <a:ea typeface="Times New Roman"/>
              </a:rPr>
              <a:t>rd</a:t>
            </a:r>
            <a:r>
              <a:rPr b="0" lang="en-US" sz="2400" strike="noStrike" u="none">
                <a:solidFill>
                  <a:srgbClr val="000000"/>
                </a:solidFill>
                <a:effectLst/>
                <a:uFillTx/>
                <a:latin typeface="Times New Roman"/>
                <a:ea typeface="Times New Roman"/>
              </a:rPr>
              <a:t>percentile</a:t>
            </a:r>
            <a:endParaRPr b="0" lang="en-US" sz="2400" strike="noStrike" u="none">
              <a:solidFill>
                <a:schemeClr val="lt1"/>
              </a:solidFill>
              <a:effectLst/>
              <a:uFillTx/>
              <a:latin typeface="Tw Cen MT"/>
            </a:endParaRPr>
          </a:p>
          <a:p>
            <a:pPr marL="228600" indent="-228600" defTabSz="914400">
              <a:lnSpc>
                <a:spcPct val="103000"/>
              </a:lnSpc>
              <a:spcAft>
                <a:spcPts val="65"/>
              </a:spcAft>
              <a:buClr>
                <a:srgbClr val="000000"/>
              </a:buClr>
              <a:buSzPct val="125000"/>
              <a:buFont typeface="Arial"/>
              <a:buChar char="•"/>
              <a:tabLst>
                <a:tab algn="l" pos="0"/>
              </a:tabLst>
            </a:pPr>
            <a:r>
              <a:rPr b="0" lang="en-US" sz="2400" strike="noStrike" u="none">
                <a:solidFill>
                  <a:srgbClr val="000000"/>
                </a:solidFill>
                <a:effectLst/>
                <a:uFillTx/>
                <a:latin typeface="Times New Roman"/>
                <a:ea typeface="Times New Roman"/>
              </a:rPr>
              <a:t>HIV</a:t>
            </a:r>
            <a:endParaRPr b="0" lang="en-US" sz="2400" strike="noStrike" u="none">
              <a:solidFill>
                <a:schemeClr val="lt1"/>
              </a:solidFill>
              <a:effectLst/>
              <a:uFillTx/>
              <a:latin typeface="Tw Cen MT"/>
            </a:endParaRPr>
          </a:p>
          <a:p>
            <a:pPr marL="228600" indent="-228600" defTabSz="914400">
              <a:lnSpc>
                <a:spcPct val="103000"/>
              </a:lnSpc>
              <a:spcAft>
                <a:spcPts val="65"/>
              </a:spcAft>
              <a:buClr>
                <a:srgbClr val="000000"/>
              </a:buClr>
              <a:buSzPct val="125000"/>
              <a:buFont typeface="Arial"/>
              <a:buChar char="•"/>
              <a:tabLst>
                <a:tab algn="l" pos="0"/>
              </a:tabLst>
            </a:pPr>
            <a:r>
              <a:rPr b="0" lang="en-US" sz="2400" strike="noStrike" u="none">
                <a:solidFill>
                  <a:srgbClr val="000000"/>
                </a:solidFill>
                <a:effectLst/>
                <a:uFillTx/>
                <a:latin typeface="Times New Roman"/>
                <a:ea typeface="Times New Roman"/>
              </a:rPr>
              <a:t>Hepatitis B or C.</a:t>
            </a:r>
            <a:endParaRPr b="0" lang="en-US" sz="2400" strike="noStrike" u="none">
              <a:solidFill>
                <a:schemeClr val="lt1"/>
              </a:solidFill>
              <a:effectLst/>
              <a:uFillTx/>
              <a:latin typeface="Tw Cen MT"/>
            </a:endParaRPr>
          </a:p>
          <a:p>
            <a:pPr indent="0" defTabSz="914400">
              <a:lnSpc>
                <a:spcPct val="120000"/>
              </a:lnSpc>
              <a:spcBef>
                <a:spcPts val="1001"/>
              </a:spcBef>
              <a:buNone/>
              <a:tabLst>
                <a:tab algn="l" pos="0"/>
              </a:tabLst>
            </a:pPr>
            <a:endParaRPr b="0" lang="en-US" sz="2400" strike="noStrike" u="none">
              <a:solidFill>
                <a:schemeClr val="lt1"/>
              </a:solidFill>
              <a:effectLst/>
              <a:uFillTx/>
              <a:latin typeface="Tw Cen MT"/>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4" name="PlaceHolder 1"/>
          <p:cNvSpPr>
            <a:spLocks noGrp="1"/>
          </p:cNvSpPr>
          <p:nvPr>
            <p:ph type="title"/>
          </p:nvPr>
        </p:nvSpPr>
        <p:spPr>
          <a:xfrm>
            <a:off x="1141560" y="0"/>
            <a:ext cx="9905760" cy="546840"/>
          </a:xfrm>
          <a:prstGeom prst="rect">
            <a:avLst/>
          </a:prstGeom>
          <a:noFill/>
          <a:ln w="0">
            <a:noFill/>
          </a:ln>
        </p:spPr>
        <p:txBody>
          <a:bodyPr lIns="91440" rIns="91440" tIns="45720" bIns="45720" anchor="ctr">
            <a:normAutofit/>
          </a:bodyPr>
          <a:p>
            <a:pPr indent="0" algn="ctr" defTabSz="914400">
              <a:lnSpc>
                <a:spcPct val="90000"/>
              </a:lnSpc>
              <a:buNone/>
            </a:pPr>
            <a:r>
              <a:rPr b="1" lang="en-US" sz="3200" strike="noStrike" u="none" cap="all">
                <a:solidFill>
                  <a:srgbClr val="000000"/>
                </a:solidFill>
                <a:effectLst/>
                <a:uFillTx/>
                <a:latin typeface="Times New Roman"/>
                <a:ea typeface="Times New Roman"/>
              </a:rPr>
              <a:t>METHOD OF STUDY</a:t>
            </a:r>
            <a:endParaRPr b="0" lang="en-US" sz="3200" strike="noStrike" u="none">
              <a:solidFill>
                <a:schemeClr val="lt1"/>
              </a:solidFill>
              <a:effectLst/>
              <a:uFillTx/>
              <a:latin typeface="Tw Cen MT"/>
            </a:endParaRPr>
          </a:p>
        </p:txBody>
      </p:sp>
      <p:sp>
        <p:nvSpPr>
          <p:cNvPr id="885" name="PlaceHolder 2"/>
          <p:cNvSpPr>
            <a:spLocks noGrp="1"/>
          </p:cNvSpPr>
          <p:nvPr>
            <p:ph/>
          </p:nvPr>
        </p:nvSpPr>
        <p:spPr>
          <a:xfrm>
            <a:off x="1141560" y="547200"/>
            <a:ext cx="9905760" cy="5763240"/>
          </a:xfrm>
          <a:prstGeom prst="rect">
            <a:avLst/>
          </a:prstGeom>
          <a:noFill/>
          <a:ln w="0">
            <a:noFill/>
          </a:ln>
        </p:spPr>
        <p:txBody>
          <a:bodyPr lIns="91440" rIns="91440" tIns="45720" bIns="45720" anchor="t">
            <a:noAutofit/>
          </a:bodyPr>
          <a:p>
            <a:pPr marL="6480" indent="-6480" defTabSz="914400">
              <a:lnSpc>
                <a:spcPct val="103000"/>
              </a:lnSpc>
              <a:spcAft>
                <a:spcPts val="65"/>
              </a:spcAft>
              <a:buClr>
                <a:srgbClr val="000000"/>
              </a:buClr>
              <a:buSzPct val="125000"/>
              <a:buFont typeface="Arial"/>
              <a:buChar char="•"/>
            </a:pPr>
            <a:r>
              <a:rPr b="0" lang="en-US" sz="2400" strike="noStrike" u="none">
                <a:solidFill>
                  <a:srgbClr val="000000"/>
                </a:solidFill>
                <a:effectLst/>
                <a:uFillTx/>
                <a:latin typeface="Times New Roman"/>
                <a:ea typeface="Times New Roman"/>
              </a:rPr>
              <a:t> Informed consent will be obtained.</a:t>
            </a:r>
            <a:endParaRPr b="0" lang="en-US" sz="2400" strike="noStrike" u="none">
              <a:solidFill>
                <a:schemeClr val="lt1"/>
              </a:solidFill>
              <a:effectLst/>
              <a:uFillTx/>
              <a:latin typeface="Tw Cen MT"/>
            </a:endParaRPr>
          </a:p>
          <a:p>
            <a:pPr marL="6480" indent="-6480" defTabSz="914400">
              <a:lnSpc>
                <a:spcPct val="103000"/>
              </a:lnSpc>
              <a:spcAft>
                <a:spcPts val="65"/>
              </a:spcAft>
              <a:buClr>
                <a:srgbClr val="000000"/>
              </a:buClr>
              <a:buSzPct val="125000"/>
              <a:buFont typeface="Arial"/>
              <a:buChar char="•"/>
            </a:pPr>
            <a:r>
              <a:rPr b="0" lang="en-US" sz="2400" strike="noStrike" u="none">
                <a:solidFill>
                  <a:srgbClr val="000000"/>
                </a:solidFill>
                <a:effectLst/>
                <a:uFillTx/>
                <a:latin typeface="Times New Roman"/>
                <a:ea typeface="Times New Roman"/>
              </a:rPr>
              <a:t> Detailed history and physical examination should be done. Thorough clinical     examination including recording of vital parameters, systemic and obstetric examination should be done. Evaluated with modified biophysical profile, Assessment of cervical ripening done for all patients. Women with Bishop’s score of ≥6,who fulfill the inclusion criteria were enrolled for the study.</a:t>
            </a:r>
            <a:endParaRPr b="0" lang="en-US" sz="2400" strike="noStrike" u="none">
              <a:solidFill>
                <a:schemeClr val="lt1"/>
              </a:solidFill>
              <a:effectLst/>
              <a:uFillTx/>
              <a:latin typeface="Tw Cen MT"/>
            </a:endParaRPr>
          </a:p>
          <a:p>
            <a:pPr marL="6480" indent="-6480" defTabSz="914400">
              <a:lnSpc>
                <a:spcPct val="103000"/>
              </a:lnSpc>
              <a:spcAft>
                <a:spcPts val="65"/>
              </a:spcAft>
              <a:buClr>
                <a:srgbClr val="000000"/>
              </a:buClr>
              <a:buSzPct val="125000"/>
              <a:buFont typeface="Arial"/>
              <a:buChar char="•"/>
            </a:pPr>
            <a:r>
              <a:rPr b="0" lang="en-US" sz="2400" strike="noStrike" u="none">
                <a:solidFill>
                  <a:srgbClr val="000000"/>
                </a:solidFill>
                <a:effectLst/>
                <a:uFillTx/>
                <a:latin typeface="Times New Roman"/>
                <a:ea typeface="Times New Roman"/>
              </a:rPr>
              <a:t> After inclusion, each woman would be assigned randomly to either early amniotomy or late amniotomy.</a:t>
            </a:r>
            <a:endParaRPr b="0" lang="en-US" sz="2400" strike="noStrike" u="none">
              <a:solidFill>
                <a:schemeClr val="lt1"/>
              </a:solidFill>
              <a:effectLst/>
              <a:uFillTx/>
              <a:latin typeface="Tw Cen MT"/>
            </a:endParaRPr>
          </a:p>
          <a:p>
            <a:pPr indent="0" defTabSz="914400">
              <a:lnSpc>
                <a:spcPct val="103000"/>
              </a:lnSpc>
              <a:spcAft>
                <a:spcPts val="65"/>
              </a:spcAft>
              <a:buNone/>
            </a:pPr>
            <a:endParaRPr b="0" lang="en-US" sz="2400" strike="noStrike" u="none">
              <a:solidFill>
                <a:schemeClr val="lt1"/>
              </a:solidFill>
              <a:effectLst/>
              <a:uFillTx/>
              <a:latin typeface="Tw Cen MT"/>
            </a:endParaRPr>
          </a:p>
          <a:p>
            <a:pPr marL="6480" indent="-6480" defTabSz="914400">
              <a:lnSpc>
                <a:spcPct val="103000"/>
              </a:lnSpc>
              <a:spcAft>
                <a:spcPts val="65"/>
              </a:spcAft>
              <a:buClr>
                <a:srgbClr val="000000"/>
              </a:buClr>
              <a:buSzPct val="125000"/>
              <a:buFont typeface="Arial"/>
              <a:buChar char="•"/>
            </a:pPr>
            <a:r>
              <a:rPr b="0" lang="en-US" sz="2400" strike="noStrike" u="none">
                <a:solidFill>
                  <a:srgbClr val="000000"/>
                </a:solidFill>
                <a:effectLst/>
                <a:uFillTx/>
                <a:latin typeface="Times New Roman"/>
                <a:ea typeface="Times New Roman"/>
              </a:rPr>
              <a:t> Group1: Women had amniotomy soon after randomization and immediate  oxytocin infusion </a:t>
            </a:r>
            <a:endParaRPr b="0" lang="en-US" sz="2400" strike="noStrike" u="none">
              <a:solidFill>
                <a:schemeClr val="lt1"/>
              </a:solidFill>
              <a:effectLst/>
              <a:uFillTx/>
              <a:latin typeface="Tw Cen MT"/>
            </a:endParaRPr>
          </a:p>
          <a:p>
            <a:pPr indent="0" defTabSz="914400">
              <a:lnSpc>
                <a:spcPct val="103000"/>
              </a:lnSpc>
              <a:spcAft>
                <a:spcPts val="65"/>
              </a:spcAft>
              <a:buNone/>
            </a:pPr>
            <a:endParaRPr b="0" lang="en-US" sz="2400" strike="noStrike" u="none">
              <a:solidFill>
                <a:schemeClr val="lt1"/>
              </a:solidFill>
              <a:effectLst/>
              <a:uFillTx/>
              <a:latin typeface="Tw Cen MT"/>
            </a:endParaRPr>
          </a:p>
          <a:p>
            <a:pPr marL="6480" indent="-6480" defTabSz="914400">
              <a:lnSpc>
                <a:spcPct val="103000"/>
              </a:lnSpc>
              <a:spcAft>
                <a:spcPts val="65"/>
              </a:spcAft>
              <a:buClr>
                <a:srgbClr val="000000"/>
              </a:buClr>
              <a:buSzPct val="125000"/>
              <a:buFont typeface="Arial"/>
              <a:buChar char="•"/>
            </a:pPr>
            <a:r>
              <a:rPr b="0" lang="en-US" sz="2400" strike="noStrike" u="none">
                <a:solidFill>
                  <a:srgbClr val="000000"/>
                </a:solidFill>
                <a:effectLst/>
                <a:uFillTx/>
                <a:latin typeface="Times New Roman"/>
                <a:ea typeface="Times New Roman"/>
              </a:rPr>
              <a:t> Group 2: Induction of labour was initiated with oxytocin infusion, amniotomy would be performed 4hours later.</a:t>
            </a:r>
            <a:endParaRPr b="0" lang="en-US" sz="2400" strike="noStrike" u="none">
              <a:solidFill>
                <a:schemeClr val="lt1"/>
              </a:solidFill>
              <a:effectLst/>
              <a:uFillTx/>
              <a:latin typeface="Tw Cen MT"/>
            </a:endParaRPr>
          </a:p>
          <a:p>
            <a:pPr indent="0" defTabSz="914400">
              <a:lnSpc>
                <a:spcPct val="120000"/>
              </a:lnSpc>
              <a:spcBef>
                <a:spcPts val="1001"/>
              </a:spcBef>
              <a:buNone/>
            </a:pPr>
            <a:endParaRPr b="0" lang="en-US" sz="2000" strike="noStrike" u="none">
              <a:solidFill>
                <a:schemeClr val="lt1"/>
              </a:solidFill>
              <a:effectLst/>
              <a:uFillTx/>
              <a:latin typeface="Tw Cen MT"/>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6" name="PlaceHolder 1"/>
          <p:cNvSpPr>
            <a:spLocks noGrp="1"/>
          </p:cNvSpPr>
          <p:nvPr>
            <p:ph/>
          </p:nvPr>
        </p:nvSpPr>
        <p:spPr>
          <a:xfrm>
            <a:off x="1141560" y="1109160"/>
            <a:ext cx="9905760" cy="4681440"/>
          </a:xfrm>
          <a:prstGeom prst="rect">
            <a:avLst/>
          </a:prstGeom>
          <a:noFill/>
          <a:ln w="0">
            <a:noFill/>
          </a:ln>
        </p:spPr>
        <p:txBody>
          <a:bodyPr lIns="91440" rIns="91440" tIns="45720" bIns="45720" anchor="t">
            <a:normAutofit fontScale="85000" lnSpcReduction="19999"/>
          </a:bodyPr>
          <a:p>
            <a:pPr marL="6480" indent="-6480" defTabSz="914400">
              <a:lnSpc>
                <a:spcPct val="103000"/>
              </a:lnSpc>
              <a:spcAft>
                <a:spcPts val="65"/>
              </a:spcAft>
              <a:buClr>
                <a:srgbClr val="000000"/>
              </a:buClr>
              <a:buSzPct val="125000"/>
              <a:buFont typeface="Arial"/>
              <a:buChar char="•"/>
            </a:pPr>
            <a:r>
              <a:rPr b="0" lang="en-US" sz="1800" strike="noStrike" u="none">
                <a:solidFill>
                  <a:srgbClr val="000000"/>
                </a:solidFill>
                <a:effectLst/>
                <a:uFillTx/>
                <a:latin typeface="Times New Roman"/>
                <a:ea typeface="Times New Roman"/>
              </a:rPr>
              <a:t> </a:t>
            </a:r>
            <a:r>
              <a:rPr b="0" lang="en-US" sz="2800" strike="noStrike" u="none">
                <a:solidFill>
                  <a:srgbClr val="000000"/>
                </a:solidFill>
                <a:effectLst/>
                <a:uFillTx/>
                <a:latin typeface="Times New Roman"/>
                <a:ea typeface="Times New Roman"/>
              </a:rPr>
              <a:t>Oxytocin started at a concentration of  5 mi units/min, the time of oxytocin commencement will be recorded. After 4 hours of oxytocin infusion in the early amniotomy group participants were reviewed and cervical  assessment performed. In the delayed aminotomy group Artificial rupture of Membrane will be done  if it is still intact. If in case membrane ruptured either during cervical ripening phase or within 4 hours of oxytocin infusion, that mothers are excluded from the study. In the event of non -reassuring CTG or uterine hyperactivity either oxytocin infusion will be reduced or stopped and  delivery will be expedited depending on the individual circumstances. Subsequent management of labour and decision for operative delivery will be at the discretion of labour ward care provider and same will be recorded. Neonatal data like Birth weight, Apgar score, NICU Admission and reason for admission will be recorded.</a:t>
            </a:r>
            <a:endParaRPr b="0" lang="en-US" sz="2800" strike="noStrike" u="none">
              <a:solidFill>
                <a:schemeClr val="lt1"/>
              </a:solidFill>
              <a:effectLst/>
              <a:uFillTx/>
              <a:latin typeface="Tw Cen MT"/>
            </a:endParaRPr>
          </a:p>
          <a:p>
            <a:pPr indent="0" defTabSz="914400">
              <a:lnSpc>
                <a:spcPct val="103000"/>
              </a:lnSpc>
              <a:spcAft>
                <a:spcPts val="65"/>
              </a:spcAft>
              <a:buNone/>
              <a:tabLst>
                <a:tab algn="l" pos="0"/>
              </a:tabLst>
            </a:pPr>
            <a:br>
              <a:rPr sz="1800"/>
            </a:br>
            <a:r>
              <a:rPr b="1" lang="en-US" sz="1800" strike="noStrike" u="none" cap="all">
                <a:solidFill>
                  <a:srgbClr val="000000"/>
                </a:solidFill>
                <a:effectLst/>
                <a:uFillTx/>
                <a:latin typeface="Times New Roman"/>
                <a:ea typeface="Times New Roman"/>
              </a:rPr>
              <a:t> </a:t>
            </a:r>
            <a:endParaRPr b="0" lang="en-US" sz="1800" strike="noStrike" u="none">
              <a:solidFill>
                <a:schemeClr val="lt1"/>
              </a:solidFill>
              <a:effectLst/>
              <a:uFillTx/>
              <a:latin typeface="Tw Cen MT"/>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7" name="PlaceHolder 1"/>
          <p:cNvSpPr>
            <a:spLocks noGrp="1"/>
          </p:cNvSpPr>
          <p:nvPr>
            <p:ph/>
          </p:nvPr>
        </p:nvSpPr>
        <p:spPr>
          <a:xfrm>
            <a:off x="629640" y="389880"/>
            <a:ext cx="11032560" cy="6010560"/>
          </a:xfrm>
          <a:prstGeom prst="rect">
            <a:avLst/>
          </a:prstGeom>
          <a:noFill/>
          <a:ln w="0">
            <a:noFill/>
          </a:ln>
        </p:spPr>
        <p:txBody>
          <a:bodyPr lIns="91440" rIns="91440" tIns="45720" bIns="45720" anchor="t">
            <a:normAutofit fontScale="85000" lnSpcReduction="9999"/>
          </a:bodyPr>
          <a:p>
            <a:pPr indent="0" defTabSz="914400">
              <a:lnSpc>
                <a:spcPct val="100000"/>
              </a:lnSpc>
              <a:buNone/>
              <a:tabLst>
                <a:tab algn="l" pos="0"/>
              </a:tabLst>
            </a:pPr>
            <a:r>
              <a:rPr b="0" lang="en-US" sz="2400" strike="noStrike" u="none">
                <a:solidFill>
                  <a:srgbClr val="000000"/>
                </a:solidFill>
                <a:effectLst/>
                <a:uFillTx/>
                <a:latin typeface="Times New Roman"/>
                <a:ea typeface="Times New Roman"/>
              </a:rPr>
              <a:t>Group 1                   Group 2</a:t>
            </a:r>
            <a:endParaRPr b="0" lang="en-US" sz="2400" strike="noStrike" u="none">
              <a:solidFill>
                <a:schemeClr val="lt1"/>
              </a:solidFill>
              <a:effectLst/>
              <a:uFillTx/>
              <a:latin typeface="Tw Cen MT"/>
            </a:endParaRPr>
          </a:p>
          <a:p>
            <a:pPr indent="0" defTabSz="914400">
              <a:lnSpc>
                <a:spcPct val="100000"/>
              </a:lnSpc>
              <a:buNone/>
              <a:tabLst>
                <a:tab algn="l" pos="0"/>
              </a:tabLst>
            </a:pPr>
            <a:r>
              <a:rPr b="0" lang="en-US" sz="2400" strike="noStrike" u="none">
                <a:solidFill>
                  <a:srgbClr val="000000"/>
                </a:solidFill>
                <a:effectLst/>
                <a:uFillTx/>
                <a:latin typeface="Times New Roman"/>
                <a:ea typeface="Times New Roman"/>
              </a:rPr>
              <a:t>Name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Age:</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Height:</a:t>
            </a:r>
            <a:endParaRPr b="0" lang="en-US" sz="2400" strike="noStrike" u="none">
              <a:solidFill>
                <a:schemeClr val="lt1"/>
              </a:solidFill>
              <a:effectLst/>
              <a:uFillTx/>
              <a:latin typeface="Tw Cen MT"/>
            </a:endParaRPr>
          </a:p>
          <a:p>
            <a:pPr indent="0" defTabSz="914400">
              <a:lnSpc>
                <a:spcPct val="100000"/>
              </a:lnSpc>
              <a:buNone/>
              <a:tabLst>
                <a:tab algn="l" pos="0"/>
              </a:tabLst>
            </a:pPr>
            <a:r>
              <a:rPr b="0" lang="en-US" sz="2400" strike="noStrike" u="none">
                <a:solidFill>
                  <a:srgbClr val="000000"/>
                </a:solidFill>
                <a:effectLst/>
                <a:uFillTx/>
                <a:latin typeface="Times New Roman"/>
                <a:ea typeface="Times New Roman"/>
              </a:rPr>
              <a:t>Hosp No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Date:</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	</a:t>
            </a:r>
            <a:r>
              <a:rPr b="0" lang="en-US" sz="2400" strike="noStrike" u="none">
                <a:solidFill>
                  <a:srgbClr val="000000"/>
                </a:solidFill>
                <a:effectLst/>
                <a:uFillTx/>
                <a:latin typeface="Times New Roman"/>
                <a:ea typeface="Times New Roman"/>
              </a:rPr>
              <a:t>Weight:</a:t>
            </a:r>
            <a:endParaRPr b="0" lang="en-US" sz="2400" strike="noStrike" u="none">
              <a:solidFill>
                <a:schemeClr val="lt1"/>
              </a:solidFill>
              <a:effectLst/>
              <a:uFillTx/>
              <a:latin typeface="Tw Cen MT"/>
            </a:endParaRPr>
          </a:p>
          <a:p>
            <a:pPr indent="0" defTabSz="914400">
              <a:lnSpc>
                <a:spcPct val="100000"/>
              </a:lnSpc>
              <a:buNone/>
              <a:tabLst>
                <a:tab algn="l" pos="0"/>
              </a:tabLst>
            </a:pPr>
            <a:r>
              <a:rPr b="0" lang="en-US" sz="2400" strike="noStrike" u="none">
                <a:solidFill>
                  <a:srgbClr val="000000"/>
                </a:solidFill>
                <a:effectLst/>
                <a:uFillTx/>
                <a:latin typeface="Times New Roman"/>
                <a:ea typeface="Times New Roman"/>
              </a:rPr>
              <a:t>Unit :</a:t>
            </a:r>
            <a:endParaRPr b="0" lang="en-US" sz="2400" strike="noStrike" u="none">
              <a:solidFill>
                <a:schemeClr val="lt1"/>
              </a:solidFill>
              <a:effectLst/>
              <a:uFillTx/>
              <a:latin typeface="Tw Cen MT"/>
            </a:endParaRPr>
          </a:p>
          <a:p>
            <a:pPr indent="0" defTabSz="914400">
              <a:lnSpc>
                <a:spcPct val="100000"/>
              </a:lnSpc>
              <a:buNone/>
              <a:tabLst>
                <a:tab algn="l" pos="0"/>
              </a:tabLst>
            </a:pPr>
            <a:r>
              <a:rPr b="0" lang="en-US" sz="2400" strike="noStrike" u="none">
                <a:solidFill>
                  <a:srgbClr val="000000"/>
                </a:solidFill>
                <a:effectLst/>
                <a:uFillTx/>
                <a:latin typeface="Times New Roman"/>
                <a:ea typeface="Times New Roman"/>
              </a:rPr>
              <a:t>Obstetrics Score:</a:t>
            </a:r>
            <a:endParaRPr b="0" lang="en-US" sz="2400" strike="noStrike" u="none">
              <a:solidFill>
                <a:schemeClr val="lt1"/>
              </a:solidFill>
              <a:effectLst/>
              <a:uFillTx/>
              <a:latin typeface="Tw Cen MT"/>
            </a:endParaRPr>
          </a:p>
          <a:p>
            <a:pPr indent="0" defTabSz="914400">
              <a:lnSpc>
                <a:spcPct val="100000"/>
              </a:lnSpc>
              <a:buNone/>
              <a:tabLst>
                <a:tab algn="l" pos="0"/>
              </a:tabLst>
            </a:pPr>
            <a:r>
              <a:rPr b="0" lang="en-US" sz="2400" strike="noStrike" u="none">
                <a:solidFill>
                  <a:srgbClr val="000000"/>
                </a:solidFill>
                <a:effectLst/>
                <a:uFillTx/>
                <a:latin typeface="Times New Roman"/>
                <a:ea typeface="Times New Roman"/>
              </a:rPr>
              <a:t>Past History:</a:t>
            </a:r>
            <a:endParaRPr b="0" lang="en-US" sz="2400" strike="noStrike" u="none">
              <a:solidFill>
                <a:schemeClr val="lt1"/>
              </a:solidFill>
              <a:effectLst/>
              <a:uFillTx/>
              <a:latin typeface="Tw Cen MT"/>
            </a:endParaRPr>
          </a:p>
          <a:p>
            <a:pPr indent="0" defTabSz="914400">
              <a:lnSpc>
                <a:spcPct val="100000"/>
              </a:lnSpc>
              <a:buNone/>
              <a:tabLst>
                <a:tab algn="l" pos="0"/>
              </a:tabLst>
            </a:pPr>
            <a:r>
              <a:rPr b="0" lang="en-US" sz="2400" strike="noStrike" u="none">
                <a:solidFill>
                  <a:srgbClr val="000000"/>
                </a:solidFill>
                <a:effectLst/>
                <a:uFillTx/>
                <a:latin typeface="Times New Roman"/>
                <a:ea typeface="Times New Roman"/>
              </a:rPr>
              <a:t>Menstrual History:</a:t>
            </a:r>
            <a:endParaRPr b="0" lang="en-US" sz="2400" strike="noStrike" u="none">
              <a:solidFill>
                <a:schemeClr val="lt1"/>
              </a:solidFill>
              <a:effectLst/>
              <a:uFillTx/>
              <a:latin typeface="Tw Cen MT"/>
            </a:endParaRPr>
          </a:p>
          <a:p>
            <a:pPr indent="0" defTabSz="914400">
              <a:lnSpc>
                <a:spcPct val="100000"/>
              </a:lnSpc>
              <a:buNone/>
              <a:tabLst>
                <a:tab algn="l" pos="0"/>
              </a:tabLst>
            </a:pPr>
            <a:r>
              <a:rPr b="0" lang="en-US" sz="2400" strike="noStrike" u="none">
                <a:solidFill>
                  <a:srgbClr val="000000"/>
                </a:solidFill>
                <a:effectLst/>
                <a:uFillTx/>
                <a:latin typeface="Times New Roman"/>
                <a:ea typeface="Times New Roman"/>
              </a:rPr>
              <a:t>Marital History:       </a:t>
            </a:r>
            <a:endParaRPr b="0" lang="en-US" sz="2400" strike="noStrike" u="none">
              <a:solidFill>
                <a:schemeClr val="lt1"/>
              </a:solidFill>
              <a:effectLst/>
              <a:uFillTx/>
              <a:latin typeface="Tw Cen MT"/>
            </a:endParaRPr>
          </a:p>
          <a:p>
            <a:pPr indent="0" defTabSz="914400">
              <a:lnSpc>
                <a:spcPct val="100000"/>
              </a:lnSpc>
              <a:buNone/>
              <a:tabLst>
                <a:tab algn="l" pos="0"/>
              </a:tabLst>
            </a:pPr>
            <a:r>
              <a:rPr b="0" lang="en-US" sz="2400" strike="noStrike" u="none">
                <a:solidFill>
                  <a:srgbClr val="000000"/>
                </a:solidFill>
                <a:effectLst/>
                <a:uFillTx/>
                <a:latin typeface="Times New Roman"/>
                <a:ea typeface="Times New Roman"/>
              </a:rPr>
              <a:t>Obstetrics History:</a:t>
            </a:r>
            <a:endParaRPr b="0" lang="en-US" sz="2400" strike="noStrike" u="none">
              <a:solidFill>
                <a:schemeClr val="lt1"/>
              </a:solidFill>
              <a:effectLst/>
              <a:uFillTx/>
              <a:latin typeface="Tw Cen MT"/>
            </a:endParaRPr>
          </a:p>
          <a:p>
            <a:pPr indent="0" defTabSz="914400">
              <a:lnSpc>
                <a:spcPct val="100000"/>
              </a:lnSpc>
              <a:buNone/>
              <a:tabLst>
                <a:tab algn="l" pos="0"/>
              </a:tabLst>
            </a:pPr>
            <a:r>
              <a:rPr b="0" lang="en-US" sz="2400" strike="noStrike" u="none">
                <a:solidFill>
                  <a:srgbClr val="000000"/>
                </a:solidFill>
                <a:effectLst/>
                <a:uFillTx/>
                <a:latin typeface="Times New Roman"/>
                <a:ea typeface="Times New Roman"/>
              </a:rPr>
              <a:t>General Examination :</a:t>
            </a:r>
            <a:endParaRPr b="0" lang="en-US" sz="2400" strike="noStrike" u="none">
              <a:solidFill>
                <a:schemeClr val="lt1"/>
              </a:solidFill>
              <a:effectLst/>
              <a:uFillTx/>
              <a:latin typeface="Tw Cen MT"/>
            </a:endParaRPr>
          </a:p>
          <a:p>
            <a:pPr indent="0" defTabSz="914400">
              <a:lnSpc>
                <a:spcPct val="100000"/>
              </a:lnSpc>
              <a:buNone/>
              <a:tabLst>
                <a:tab algn="l" pos="0"/>
              </a:tabLst>
            </a:pPr>
            <a:r>
              <a:rPr b="0" lang="en-US" sz="2400" strike="noStrike" u="none">
                <a:solidFill>
                  <a:srgbClr val="000000"/>
                </a:solidFill>
                <a:effectLst/>
                <a:uFillTx/>
                <a:latin typeface="Times New Roman"/>
                <a:ea typeface="Times New Roman"/>
              </a:rPr>
              <a:t>Pallor :</a:t>
            </a:r>
            <a:endParaRPr b="0" lang="en-US" sz="2400" strike="noStrike" u="none">
              <a:solidFill>
                <a:schemeClr val="lt1"/>
              </a:solidFill>
              <a:effectLst/>
              <a:uFillTx/>
              <a:latin typeface="Tw Cen MT"/>
            </a:endParaRPr>
          </a:p>
          <a:p>
            <a:pPr indent="0" defTabSz="914400">
              <a:lnSpc>
                <a:spcPct val="100000"/>
              </a:lnSpc>
              <a:buNone/>
              <a:tabLst>
                <a:tab algn="l" pos="0"/>
              </a:tabLst>
            </a:pPr>
            <a:r>
              <a:rPr b="0" lang="en-US" sz="2400" strike="noStrike" u="none">
                <a:solidFill>
                  <a:srgbClr val="000000"/>
                </a:solidFill>
                <a:effectLst/>
                <a:uFillTx/>
                <a:latin typeface="Times New Roman"/>
                <a:ea typeface="Times New Roman"/>
              </a:rPr>
              <a:t>Pedal Edema:</a:t>
            </a:r>
            <a:endParaRPr b="0" lang="en-US" sz="2400" strike="noStrike" u="none">
              <a:solidFill>
                <a:schemeClr val="lt1"/>
              </a:solidFill>
              <a:effectLst/>
              <a:uFillTx/>
              <a:latin typeface="Tw Cen MT"/>
            </a:endParaRPr>
          </a:p>
          <a:p>
            <a:pPr indent="0" defTabSz="914400">
              <a:lnSpc>
                <a:spcPct val="100000"/>
              </a:lnSpc>
              <a:buNone/>
              <a:tabLst>
                <a:tab algn="l" pos="0"/>
              </a:tabLst>
            </a:pPr>
            <a:r>
              <a:rPr b="0" lang="en-US" sz="2600" strike="noStrike" u="none">
                <a:solidFill>
                  <a:schemeClr val="dk1"/>
                </a:solidFill>
                <a:effectLst/>
                <a:uFillTx/>
                <a:latin typeface="Times New Roman"/>
                <a:ea typeface="Times New Roman"/>
              </a:rPr>
              <a:t>PR:</a:t>
            </a:r>
            <a:endParaRPr b="0" lang="en-US" sz="2600" strike="noStrike" u="none">
              <a:solidFill>
                <a:schemeClr val="lt1"/>
              </a:solidFill>
              <a:effectLst/>
              <a:uFillTx/>
              <a:latin typeface="Tw Cen MT"/>
            </a:endParaRPr>
          </a:p>
          <a:p>
            <a:pPr indent="0" defTabSz="914400">
              <a:lnSpc>
                <a:spcPct val="100000"/>
              </a:lnSpc>
              <a:buNone/>
              <a:tabLst>
                <a:tab algn="l" pos="0"/>
              </a:tabLst>
            </a:pPr>
            <a:r>
              <a:rPr b="0" lang="en-US" sz="2600" strike="noStrike" u="none">
                <a:solidFill>
                  <a:schemeClr val="dk1"/>
                </a:solidFill>
                <a:effectLst/>
                <a:uFillTx/>
                <a:latin typeface="Times New Roman"/>
                <a:ea typeface="Times New Roman"/>
              </a:rPr>
              <a:t>BP:</a:t>
            </a:r>
            <a:endParaRPr b="0" lang="en-US" sz="2600" strike="noStrike" u="none">
              <a:solidFill>
                <a:schemeClr val="lt1"/>
              </a:solidFill>
              <a:effectLst/>
              <a:uFillTx/>
              <a:latin typeface="Tw Cen MT"/>
            </a:endParaRPr>
          </a:p>
          <a:p>
            <a:pPr indent="0" defTabSz="914400">
              <a:lnSpc>
                <a:spcPct val="100000"/>
              </a:lnSpc>
              <a:buNone/>
              <a:tabLst>
                <a:tab algn="l" pos="0"/>
              </a:tabLst>
            </a:pPr>
            <a:r>
              <a:rPr b="0" lang="en-US" sz="2600" strike="noStrike" u="none">
                <a:solidFill>
                  <a:schemeClr val="dk1"/>
                </a:solidFill>
                <a:effectLst/>
                <a:uFillTx/>
                <a:latin typeface="Times New Roman"/>
                <a:ea typeface="Times New Roman"/>
              </a:rPr>
              <a:t>Systemic Examination:</a:t>
            </a:r>
            <a:endParaRPr b="0" lang="en-US" sz="2600" strike="noStrike" u="none">
              <a:solidFill>
                <a:schemeClr val="lt1"/>
              </a:solidFill>
              <a:effectLst/>
              <a:uFillTx/>
              <a:latin typeface="Tw Cen MT"/>
            </a:endParaRPr>
          </a:p>
          <a:p>
            <a:pPr indent="0" defTabSz="914400">
              <a:lnSpc>
                <a:spcPct val="100000"/>
              </a:lnSpc>
              <a:buNone/>
              <a:tabLst>
                <a:tab algn="l" pos="0"/>
              </a:tabLst>
            </a:pPr>
            <a:r>
              <a:rPr b="0" lang="en-US" sz="2400" strike="noStrike" u="none">
                <a:solidFill>
                  <a:srgbClr val="000000"/>
                </a:solidFill>
                <a:effectLst/>
                <a:uFillTx/>
                <a:latin typeface="Times New Roman"/>
                <a:ea typeface="Times New Roman"/>
              </a:rPr>
              <a:t>P/A :</a:t>
            </a:r>
            <a:endParaRPr b="0" lang="en-US" sz="2400" strike="noStrike" u="none">
              <a:solidFill>
                <a:schemeClr val="lt1"/>
              </a:solidFill>
              <a:effectLst/>
              <a:uFillTx/>
              <a:latin typeface="Tw Cen MT"/>
            </a:endParaRPr>
          </a:p>
          <a:p>
            <a:pPr indent="0" defTabSz="914400">
              <a:lnSpc>
                <a:spcPct val="100000"/>
              </a:lnSpc>
              <a:buNone/>
              <a:tabLst>
                <a:tab algn="l" pos="0"/>
              </a:tabLst>
            </a:pPr>
            <a:r>
              <a:rPr b="0" lang="en-US" sz="2400" strike="noStrike" u="none">
                <a:solidFill>
                  <a:srgbClr val="000000"/>
                </a:solidFill>
                <a:effectLst/>
                <a:uFillTx/>
                <a:latin typeface="Times New Roman"/>
                <a:ea typeface="Times New Roman"/>
              </a:rPr>
              <a:t>P/V:</a:t>
            </a:r>
            <a:endParaRPr b="0" lang="en-US" sz="2400" strike="noStrike" u="none">
              <a:solidFill>
                <a:schemeClr val="lt1"/>
              </a:solidFill>
              <a:effectLst/>
              <a:uFillTx/>
              <a:latin typeface="Tw Cen MT"/>
            </a:endParaRPr>
          </a:p>
          <a:p>
            <a:pPr indent="0" defTabSz="914400">
              <a:lnSpc>
                <a:spcPct val="100000"/>
              </a:lnSpc>
              <a:buNone/>
              <a:tabLst>
                <a:tab algn="l" pos="0"/>
              </a:tabLst>
            </a:pPr>
            <a:r>
              <a:rPr b="0" lang="en-US" sz="2400" strike="noStrike" u="none">
                <a:solidFill>
                  <a:srgbClr val="000000"/>
                </a:solidFill>
                <a:effectLst/>
                <a:uFillTx/>
                <a:latin typeface="Times New Roman"/>
                <a:ea typeface="Times New Roman"/>
              </a:rPr>
              <a:t>Usg For Liquor SVPD Date And Time:</a:t>
            </a:r>
            <a:endParaRPr b="0" lang="en-US" sz="2400" strike="noStrike" u="none">
              <a:solidFill>
                <a:schemeClr val="lt1"/>
              </a:solidFill>
              <a:effectLst/>
              <a:uFillTx/>
              <a:latin typeface="Tw Cen MT"/>
            </a:endParaRPr>
          </a:p>
          <a:p>
            <a:pPr indent="0" defTabSz="914400">
              <a:lnSpc>
                <a:spcPct val="100000"/>
              </a:lnSpc>
              <a:buNone/>
              <a:tabLst>
                <a:tab algn="l" pos="0"/>
              </a:tabLst>
            </a:pPr>
            <a:r>
              <a:rPr b="0" lang="en-US" sz="2400" strike="noStrike" u="none">
                <a:solidFill>
                  <a:srgbClr val="000000"/>
                </a:solidFill>
                <a:effectLst/>
                <a:uFillTx/>
                <a:latin typeface="Times New Roman"/>
                <a:ea typeface="Times New Roman"/>
              </a:rPr>
              <a:t>Nst Date And Time:</a:t>
            </a:r>
            <a:endParaRPr b="0" lang="en-US" sz="2400" strike="noStrike" u="none">
              <a:solidFill>
                <a:schemeClr val="lt1"/>
              </a:solidFill>
              <a:effectLst/>
              <a:uFillTx/>
              <a:latin typeface="Tw Cen MT"/>
            </a:endParaRPr>
          </a:p>
          <a:p>
            <a:pPr indent="0" defTabSz="914400">
              <a:lnSpc>
                <a:spcPct val="120000"/>
              </a:lnSpc>
              <a:spcBef>
                <a:spcPts val="1001"/>
              </a:spcBef>
              <a:buNone/>
              <a:tabLst>
                <a:tab algn="l" pos="0"/>
              </a:tabLst>
            </a:pPr>
            <a:endParaRPr b="0" lang="en-US" sz="2400" strike="noStrike" u="none">
              <a:solidFill>
                <a:schemeClr val="lt1"/>
              </a:solidFill>
              <a:effectLst/>
              <a:uFillTx/>
              <a:latin typeface="Tw Cen MT"/>
            </a:endParaRPr>
          </a:p>
        </p:txBody>
      </p:sp>
      <p:sp>
        <p:nvSpPr>
          <p:cNvPr id="888" name=" 2"/>
          <p:cNvSpPr/>
          <p:nvPr/>
        </p:nvSpPr>
        <p:spPr>
          <a:xfrm>
            <a:off x="2003400" y="389880"/>
            <a:ext cx="338040" cy="284040"/>
          </a:xfrm>
          <a:prstGeom prst="rect">
            <a:avLst/>
          </a:prstGeom>
          <a:solidFill>
            <a:srgbClr val="ffffff"/>
          </a:solidFill>
          <a:ln w="9525">
            <a:solidFill>
              <a:srgbClr val="000000"/>
            </a:solidFill>
            <a:miter/>
          </a:ln>
        </p:spPr>
        <p:style>
          <a:lnRef idx="0"/>
          <a:fillRef idx="0"/>
          <a:effectRef idx="0"/>
          <a:fontRef idx="minor"/>
        </p:style>
        <p:txBody>
          <a:bodyPr anchor="t" upright="1">
            <a:noAutofit/>
          </a:bodyPr>
          <a:p>
            <a:pPr defTabSz="457200">
              <a:lnSpc>
                <a:spcPct val="100000"/>
              </a:lnSpc>
            </a:pPr>
            <a:endParaRPr b="0" lang="en-US" sz="1800" strike="noStrike" u="none">
              <a:solidFill>
                <a:schemeClr val="lt1"/>
              </a:solidFill>
              <a:effectLst/>
              <a:uFillTx/>
              <a:latin typeface="Tw Cen MT"/>
            </a:endParaRPr>
          </a:p>
        </p:txBody>
      </p:sp>
      <p:sp>
        <p:nvSpPr>
          <p:cNvPr id="889" name=" 3"/>
          <p:cNvSpPr/>
          <p:nvPr/>
        </p:nvSpPr>
        <p:spPr>
          <a:xfrm>
            <a:off x="4579200" y="389880"/>
            <a:ext cx="338040" cy="284040"/>
          </a:xfrm>
          <a:prstGeom prst="rect">
            <a:avLst/>
          </a:prstGeom>
          <a:solidFill>
            <a:srgbClr val="ffffff"/>
          </a:solidFill>
          <a:ln w="9525">
            <a:solidFill>
              <a:srgbClr val="000000"/>
            </a:solidFill>
            <a:miter/>
          </a:ln>
        </p:spPr>
        <p:style>
          <a:lnRef idx="0"/>
          <a:fillRef idx="0"/>
          <a:effectRef idx="0"/>
          <a:fontRef idx="minor"/>
        </p:style>
        <p:txBody>
          <a:bodyPr anchor="t" upright="1">
            <a:noAutofit/>
          </a:bodyPr>
          <a:p>
            <a:pPr defTabSz="457200">
              <a:lnSpc>
                <a:spcPct val="100000"/>
              </a:lnSpc>
            </a:pPr>
            <a:endParaRPr b="0" lang="en-US" sz="1800" strike="noStrike" u="none">
              <a:solidFill>
                <a:schemeClr val="lt1"/>
              </a:solidFill>
              <a:effectLst/>
              <a:uFillTx/>
              <a:latin typeface="Tw Cen MT"/>
            </a:endParaRPr>
          </a:p>
        </p:txBody>
      </p:sp>
      <p:sp>
        <p:nvSpPr>
          <p:cNvPr id="890" name="Rectangle 3"/>
          <p:cNvSpPr/>
          <p:nvPr/>
        </p:nvSpPr>
        <p:spPr>
          <a:xfrm>
            <a:off x="4807080" y="-171360"/>
            <a:ext cx="2577600" cy="799920"/>
          </a:xfrm>
          <a:prstGeom prst="rect">
            <a:avLst/>
          </a:prstGeom>
          <a:noFill/>
          <a:ln w="0">
            <a:noFill/>
          </a:ln>
        </p:spPr>
        <p:style>
          <a:lnRef idx="0"/>
          <a:fillRef idx="0"/>
          <a:effectRef idx="0"/>
          <a:fontRef idx="minor"/>
        </p:style>
        <p:txBody>
          <a:bodyPr numCol="1" spcCol="0" wrap="none" anchor="ctr">
            <a:spAutoFit/>
          </a:bodyPr>
          <a:p>
            <a:pPr algn="ctr" defTabSz="914400">
              <a:lnSpc>
                <a:spcPct val="100000"/>
              </a:lnSpc>
              <a:tabLst>
                <a:tab algn="l" pos="0"/>
              </a:tabLst>
            </a:pPr>
            <a:r>
              <a:rPr b="1" lang="en-US" sz="2800" strike="noStrike" u="none">
                <a:solidFill>
                  <a:srgbClr val="000000"/>
                </a:solidFill>
                <a:effectLst/>
                <a:uFillTx/>
                <a:latin typeface="Arial"/>
                <a:ea typeface="Times New Roman"/>
              </a:rPr>
              <a:t>   PROFORMA</a:t>
            </a:r>
            <a:endParaRPr b="0" lang="en-GB" sz="2800" strike="noStrike" u="none">
              <a:solidFill>
                <a:srgbClr val="ffffff"/>
              </a:solidFill>
              <a:effectLst/>
              <a:uFillTx/>
              <a:latin typeface="Arial"/>
            </a:endParaRPr>
          </a:p>
          <a:p>
            <a:pPr defTabSz="914400">
              <a:lnSpc>
                <a:spcPct val="100000"/>
              </a:lnSpc>
              <a:tabLst>
                <a:tab algn="l" pos="0"/>
              </a:tabLst>
            </a:pP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1" name="PlaceHolder 1"/>
          <p:cNvSpPr>
            <a:spLocks noGrp="1"/>
          </p:cNvSpPr>
          <p:nvPr>
            <p:ph/>
          </p:nvPr>
        </p:nvSpPr>
        <p:spPr>
          <a:xfrm>
            <a:off x="1141560" y="1216440"/>
            <a:ext cx="9905760" cy="4938840"/>
          </a:xfrm>
          <a:prstGeom prst="rect">
            <a:avLst/>
          </a:prstGeom>
          <a:noFill/>
          <a:ln w="0">
            <a:noFill/>
          </a:ln>
        </p:spPr>
        <p:txBody>
          <a:bodyPr lIns="91440" rIns="91440" tIns="45720" bIns="45720" anchor="t">
            <a:normAutofit fontScale="25000" lnSpcReduction="19999"/>
          </a:bodyPr>
          <a:p>
            <a:pPr indent="0" defTabSz="914400">
              <a:lnSpc>
                <a:spcPct val="120000"/>
              </a:lnSpc>
              <a:spcBef>
                <a:spcPts val="1001"/>
              </a:spcBef>
              <a:buNone/>
              <a:tabLst>
                <a:tab algn="l" pos="0"/>
              </a:tabLst>
            </a:pPr>
            <a:r>
              <a:rPr b="0" lang="en-US" sz="9600" strike="noStrike" u="none">
                <a:solidFill>
                  <a:schemeClr val="dk1"/>
                </a:solidFill>
                <a:effectLst/>
                <a:uFillTx/>
                <a:latin typeface="Times New Roman"/>
              </a:rPr>
              <a:t>Mode of delivery:</a:t>
            </a:r>
            <a:endParaRPr b="0" lang="en-US" sz="9600" strike="noStrike" u="none">
              <a:solidFill>
                <a:schemeClr val="lt1"/>
              </a:solidFill>
              <a:effectLst/>
              <a:uFillTx/>
              <a:latin typeface="Tw Cen MT"/>
            </a:endParaRPr>
          </a:p>
          <a:p>
            <a:pPr indent="0" defTabSz="914400">
              <a:lnSpc>
                <a:spcPct val="120000"/>
              </a:lnSpc>
              <a:spcBef>
                <a:spcPts val="1001"/>
              </a:spcBef>
              <a:buNone/>
              <a:tabLst>
                <a:tab algn="l" pos="0"/>
              </a:tabLst>
            </a:pPr>
            <a:r>
              <a:rPr b="0" lang="en-US" sz="9600" strike="noStrike" u="none">
                <a:solidFill>
                  <a:schemeClr val="dk1"/>
                </a:solidFill>
                <a:effectLst/>
                <a:uFillTx/>
                <a:latin typeface="Times New Roman"/>
              </a:rPr>
              <a:t>    LSCS            Indication  -  </a:t>
            </a:r>
            <a:r>
              <a:rPr b="0" lang="en-US" sz="9600" strike="noStrike" u="none">
                <a:solidFill>
                  <a:schemeClr val="dk1"/>
                </a:solidFill>
                <a:effectLst/>
                <a:uFillTx/>
                <a:latin typeface="Times New Roman"/>
              </a:rPr>
              <a:t>	</a:t>
            </a:r>
            <a:r>
              <a:rPr b="0" lang="en-US" sz="9600" strike="noStrike" u="none">
                <a:solidFill>
                  <a:schemeClr val="dk1"/>
                </a:solidFill>
                <a:effectLst/>
                <a:uFillTx/>
                <a:latin typeface="Times New Roman"/>
              </a:rPr>
              <a:t>	</a:t>
            </a:r>
            <a:r>
              <a:rPr b="0" lang="en-US" sz="9600" strike="noStrike" u="none">
                <a:solidFill>
                  <a:schemeClr val="dk1"/>
                </a:solidFill>
                <a:effectLst/>
                <a:uFillTx/>
                <a:latin typeface="Times New Roman"/>
              </a:rPr>
              <a:t>	</a:t>
            </a:r>
            <a:r>
              <a:rPr b="0" lang="en-US" sz="9600" strike="noStrike" u="none">
                <a:solidFill>
                  <a:schemeClr val="dk1"/>
                </a:solidFill>
                <a:effectLst/>
                <a:uFillTx/>
                <a:latin typeface="Times New Roman"/>
              </a:rPr>
              <a:t>  Labour Natural</a:t>
            </a:r>
            <a:endParaRPr b="0" lang="en-US" sz="9600" strike="noStrike" u="none">
              <a:solidFill>
                <a:schemeClr val="lt1"/>
              </a:solidFill>
              <a:effectLst/>
              <a:uFillTx/>
              <a:latin typeface="Tw Cen MT"/>
            </a:endParaRPr>
          </a:p>
          <a:p>
            <a:pPr indent="0" defTabSz="914400">
              <a:lnSpc>
                <a:spcPct val="120000"/>
              </a:lnSpc>
              <a:spcBef>
                <a:spcPts val="1001"/>
              </a:spcBef>
              <a:buNone/>
              <a:tabLst>
                <a:tab algn="l" pos="0"/>
              </a:tabLst>
            </a:pPr>
            <a:r>
              <a:rPr b="0" lang="en-US" sz="9600" strike="noStrike" u="none">
                <a:solidFill>
                  <a:schemeClr val="dk1"/>
                </a:solidFill>
                <a:effectLst/>
                <a:uFillTx/>
                <a:latin typeface="Times New Roman"/>
              </a:rPr>
              <a:t>    Other mode of delivery</a:t>
            </a:r>
            <a:endParaRPr b="0" lang="en-US" sz="9600" strike="noStrike" u="none">
              <a:solidFill>
                <a:schemeClr val="lt1"/>
              </a:solidFill>
              <a:effectLst/>
              <a:uFillTx/>
              <a:latin typeface="Tw Cen MT"/>
            </a:endParaRPr>
          </a:p>
          <a:p>
            <a:pPr indent="0" defTabSz="914400">
              <a:lnSpc>
                <a:spcPct val="120000"/>
              </a:lnSpc>
              <a:spcBef>
                <a:spcPts val="1001"/>
              </a:spcBef>
              <a:buNone/>
              <a:tabLst>
                <a:tab algn="l" pos="0"/>
              </a:tabLst>
            </a:pPr>
            <a:r>
              <a:rPr b="0" lang="en-US" sz="9600" strike="noStrike" u="none">
                <a:solidFill>
                  <a:schemeClr val="dk1"/>
                </a:solidFill>
                <a:effectLst/>
                <a:uFillTx/>
                <a:latin typeface="Times New Roman"/>
              </a:rPr>
              <a:t>Uterine hyperactivity:</a:t>
            </a:r>
            <a:endParaRPr b="0" lang="en-US" sz="9600" strike="noStrike" u="none">
              <a:solidFill>
                <a:schemeClr val="lt1"/>
              </a:solidFill>
              <a:effectLst/>
              <a:uFillTx/>
              <a:latin typeface="Tw Cen MT"/>
            </a:endParaRPr>
          </a:p>
          <a:p>
            <a:pPr indent="0" defTabSz="914400">
              <a:lnSpc>
                <a:spcPct val="120000"/>
              </a:lnSpc>
              <a:spcBef>
                <a:spcPts val="1001"/>
              </a:spcBef>
              <a:buNone/>
              <a:tabLst>
                <a:tab algn="l" pos="0"/>
              </a:tabLst>
            </a:pPr>
            <a:r>
              <a:rPr b="0" lang="en-US" sz="9600" strike="noStrike" u="none">
                <a:solidFill>
                  <a:schemeClr val="dk1"/>
                </a:solidFill>
                <a:effectLst/>
                <a:uFillTx/>
                <a:latin typeface="Times New Roman"/>
              </a:rPr>
              <a:t>CTG abnormalities:</a:t>
            </a:r>
            <a:endParaRPr b="0" lang="en-US" sz="9600" strike="noStrike" u="none">
              <a:solidFill>
                <a:schemeClr val="lt1"/>
              </a:solidFill>
              <a:effectLst/>
              <a:uFillTx/>
              <a:latin typeface="Tw Cen MT"/>
            </a:endParaRPr>
          </a:p>
          <a:p>
            <a:pPr indent="0" defTabSz="914400">
              <a:lnSpc>
                <a:spcPct val="120000"/>
              </a:lnSpc>
              <a:spcBef>
                <a:spcPts val="1001"/>
              </a:spcBef>
              <a:buNone/>
              <a:tabLst>
                <a:tab algn="l" pos="0"/>
              </a:tabLst>
            </a:pPr>
            <a:r>
              <a:rPr b="0" lang="en-US" sz="9600" strike="noStrike" u="none">
                <a:solidFill>
                  <a:schemeClr val="dk1"/>
                </a:solidFill>
                <a:effectLst/>
                <a:uFillTx/>
                <a:latin typeface="Times New Roman"/>
              </a:rPr>
              <a:t>Oxytocin induction to Delivery interval:</a:t>
            </a:r>
            <a:endParaRPr b="0" lang="en-US" sz="9600" strike="noStrike" u="none">
              <a:solidFill>
                <a:schemeClr val="lt1"/>
              </a:solidFill>
              <a:effectLst/>
              <a:uFillTx/>
              <a:latin typeface="Tw Cen MT"/>
            </a:endParaRPr>
          </a:p>
          <a:p>
            <a:pPr indent="0" defTabSz="914400">
              <a:lnSpc>
                <a:spcPct val="120000"/>
              </a:lnSpc>
              <a:spcBef>
                <a:spcPts val="1001"/>
              </a:spcBef>
              <a:buNone/>
              <a:tabLst>
                <a:tab algn="l" pos="0"/>
              </a:tabLst>
            </a:pPr>
            <a:r>
              <a:rPr b="0" lang="en-US" sz="9600" strike="noStrike" u="none">
                <a:solidFill>
                  <a:schemeClr val="dk1"/>
                </a:solidFill>
                <a:effectLst/>
                <a:uFillTx/>
                <a:latin typeface="Times New Roman"/>
              </a:rPr>
              <a:t>Postpartum Blood loss:</a:t>
            </a:r>
            <a:endParaRPr b="0" lang="en-US" sz="9600" strike="noStrike" u="none">
              <a:solidFill>
                <a:schemeClr val="lt1"/>
              </a:solidFill>
              <a:effectLst/>
              <a:uFillTx/>
              <a:latin typeface="Tw Cen MT"/>
            </a:endParaRPr>
          </a:p>
          <a:p>
            <a:pPr indent="0" defTabSz="914400">
              <a:lnSpc>
                <a:spcPct val="120000"/>
              </a:lnSpc>
              <a:spcBef>
                <a:spcPts val="1001"/>
              </a:spcBef>
              <a:buNone/>
              <a:tabLst>
                <a:tab algn="l" pos="0"/>
              </a:tabLst>
            </a:pPr>
            <a:r>
              <a:rPr b="0" lang="en-US" sz="9600" strike="noStrike" u="none">
                <a:solidFill>
                  <a:schemeClr val="dk1"/>
                </a:solidFill>
                <a:effectLst/>
                <a:uFillTx/>
                <a:latin typeface="Times New Roman"/>
              </a:rPr>
              <a:t>Maternal temperature:</a:t>
            </a:r>
            <a:endParaRPr b="0" lang="en-US" sz="9600" strike="noStrike" u="none">
              <a:solidFill>
                <a:schemeClr val="lt1"/>
              </a:solidFill>
              <a:effectLst/>
              <a:uFillTx/>
              <a:latin typeface="Tw Cen MT"/>
            </a:endParaRPr>
          </a:p>
          <a:p>
            <a:pPr indent="0" defTabSz="914400">
              <a:lnSpc>
                <a:spcPct val="120000"/>
              </a:lnSpc>
              <a:spcBef>
                <a:spcPts val="1001"/>
              </a:spcBef>
              <a:buNone/>
              <a:tabLst>
                <a:tab algn="l" pos="0"/>
              </a:tabLst>
            </a:pPr>
            <a:r>
              <a:rPr b="0" lang="en-US" sz="9600" strike="noStrike" u="none">
                <a:solidFill>
                  <a:schemeClr val="dk1"/>
                </a:solidFill>
                <a:effectLst/>
                <a:uFillTx/>
                <a:latin typeface="Times New Roman"/>
              </a:rPr>
              <a:t>Other maternal complications:</a:t>
            </a:r>
            <a:endParaRPr b="0" lang="en-US" sz="9600" strike="noStrike" u="none">
              <a:solidFill>
                <a:schemeClr val="lt1"/>
              </a:solidFill>
              <a:effectLst/>
              <a:uFillTx/>
              <a:latin typeface="Tw Cen MT"/>
            </a:endParaRPr>
          </a:p>
          <a:p>
            <a:pPr indent="0" defTabSz="914400">
              <a:lnSpc>
                <a:spcPct val="120000"/>
              </a:lnSpc>
              <a:spcBef>
                <a:spcPts val="1001"/>
              </a:spcBef>
              <a:buNone/>
              <a:tabLst>
                <a:tab algn="l" pos="0"/>
              </a:tabLst>
            </a:pPr>
            <a:endParaRPr b="0" lang="en-US" sz="2400" strike="noStrike" u="none">
              <a:solidFill>
                <a:schemeClr val="lt1"/>
              </a:solidFill>
              <a:effectLst/>
              <a:uFillTx/>
              <a:latin typeface="Tw Cen MT"/>
            </a:endParaRPr>
          </a:p>
        </p:txBody>
      </p:sp>
      <p:sp>
        <p:nvSpPr>
          <p:cNvPr id="892" name="TextBox 8"/>
          <p:cNvSpPr/>
          <p:nvPr/>
        </p:nvSpPr>
        <p:spPr>
          <a:xfrm>
            <a:off x="1141560" y="260280"/>
            <a:ext cx="8256960" cy="830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400" strike="noStrike" u="none">
                <a:solidFill>
                  <a:schemeClr val="dk1"/>
                </a:solidFill>
                <a:effectLst/>
                <a:uFillTx/>
                <a:latin typeface="Times New Roman"/>
              </a:rPr>
              <a:t>Amniotomy Date and time:       Early             Late</a:t>
            </a:r>
            <a:endParaRPr b="0" lang="en-GB" sz="2400" strike="noStrike" u="none">
              <a:solidFill>
                <a:srgbClr val="ffffff"/>
              </a:solidFill>
              <a:effectLst/>
              <a:uFillTx/>
              <a:latin typeface="Arial"/>
            </a:endParaRPr>
          </a:p>
          <a:p>
            <a:pPr defTabSz="457200">
              <a:lnSpc>
                <a:spcPct val="100000"/>
              </a:lnSpc>
            </a:pPr>
            <a:r>
              <a:rPr b="0" lang="en-US" sz="2400" strike="noStrike" u="none">
                <a:solidFill>
                  <a:schemeClr val="dk1"/>
                </a:solidFill>
                <a:effectLst/>
                <a:uFillTx/>
                <a:latin typeface="Times New Roman"/>
              </a:rPr>
              <a:t>Liquor MSAF:     Yes </a:t>
            </a:r>
            <a:r>
              <a:rPr b="0" lang="en-US" sz="2400" strike="noStrike" u="none">
                <a:solidFill>
                  <a:schemeClr val="dk1"/>
                </a:solidFill>
                <a:effectLst/>
                <a:uFillTx/>
                <a:latin typeface="Times New Roman"/>
              </a:rPr>
              <a:t>	</a:t>
            </a:r>
            <a:r>
              <a:rPr b="0" lang="en-US" sz="2400" strike="noStrike" u="none">
                <a:solidFill>
                  <a:schemeClr val="dk1"/>
                </a:solidFill>
                <a:effectLst/>
                <a:uFillTx/>
                <a:latin typeface="Times New Roman"/>
              </a:rPr>
              <a:t>	</a:t>
            </a:r>
            <a:r>
              <a:rPr b="0" lang="en-US" sz="2400" strike="noStrike" u="none">
                <a:solidFill>
                  <a:schemeClr val="dk1"/>
                </a:solidFill>
                <a:effectLst/>
                <a:uFillTx/>
                <a:latin typeface="Times New Roman"/>
              </a:rPr>
              <a:t> No</a:t>
            </a:r>
            <a:endParaRPr b="0" lang="en-GB" sz="2400" strike="noStrike" u="none">
              <a:solidFill>
                <a:srgbClr val="ffffff"/>
              </a:solidFill>
              <a:effectLst/>
              <a:uFillTx/>
              <a:latin typeface="Arial"/>
            </a:endParaRPr>
          </a:p>
        </p:txBody>
      </p:sp>
      <p:sp>
        <p:nvSpPr>
          <p:cNvPr id="893" name="Rectangle: Rounded Corners 3"/>
          <p:cNvSpPr/>
          <p:nvPr/>
        </p:nvSpPr>
        <p:spPr>
          <a:xfrm>
            <a:off x="3942360" y="702360"/>
            <a:ext cx="314280" cy="299520"/>
          </a:xfrm>
          <a:prstGeom prst="roundRect">
            <a:avLst>
              <a:gd name="adj" fmla="val 16667"/>
            </a:avLst>
          </a:prstGeom>
          <a:solidFill>
            <a:srgbClr val="ffffff"/>
          </a:solidFill>
          <a:ln>
            <a:solidFill>
              <a:srgbClr val="8ac4a7"/>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defTabSz="457200">
              <a:lnSpc>
                <a:spcPct val="100000"/>
              </a:lnSpc>
            </a:pPr>
            <a:endParaRPr b="0" lang="en-US" sz="1800" strike="noStrike" u="none">
              <a:solidFill>
                <a:schemeClr val="dk1"/>
              </a:solidFill>
              <a:effectLst/>
              <a:uFillTx/>
              <a:latin typeface="Tw Cen MT"/>
            </a:endParaRPr>
          </a:p>
        </p:txBody>
      </p:sp>
      <p:pic>
        <p:nvPicPr>
          <p:cNvPr id="894" name="Picture 4" descr=""/>
          <p:cNvPicPr/>
          <p:nvPr/>
        </p:nvPicPr>
        <p:blipFill>
          <a:blip r:embed="rId1"/>
          <a:stretch/>
        </p:blipFill>
        <p:spPr>
          <a:xfrm>
            <a:off x="4883760" y="675720"/>
            <a:ext cx="328680" cy="316800"/>
          </a:xfrm>
          <a:prstGeom prst="rect">
            <a:avLst/>
          </a:prstGeom>
          <a:noFill/>
          <a:ln w="0">
            <a:noFill/>
          </a:ln>
        </p:spPr>
      </p:pic>
      <p:pic>
        <p:nvPicPr>
          <p:cNvPr id="895" name="Picture 5" descr=""/>
          <p:cNvPicPr/>
          <p:nvPr/>
        </p:nvPicPr>
        <p:blipFill>
          <a:blip r:embed="rId2"/>
          <a:stretch/>
        </p:blipFill>
        <p:spPr>
          <a:xfrm>
            <a:off x="5765040" y="385200"/>
            <a:ext cx="328680" cy="316800"/>
          </a:xfrm>
          <a:prstGeom prst="rect">
            <a:avLst/>
          </a:prstGeom>
          <a:noFill/>
          <a:ln w="0">
            <a:noFill/>
          </a:ln>
        </p:spPr>
      </p:pic>
      <p:pic>
        <p:nvPicPr>
          <p:cNvPr id="896" name="Picture 6" descr=""/>
          <p:cNvPicPr/>
          <p:nvPr/>
        </p:nvPicPr>
        <p:blipFill>
          <a:blip r:embed="rId3"/>
          <a:stretch/>
        </p:blipFill>
        <p:spPr>
          <a:xfrm>
            <a:off x="7360200" y="385200"/>
            <a:ext cx="328680" cy="316800"/>
          </a:xfrm>
          <a:prstGeom prst="rect">
            <a:avLst/>
          </a:prstGeom>
          <a:noFill/>
          <a:ln w="0">
            <a:noFill/>
          </a:ln>
        </p:spPr>
      </p:pic>
      <p:pic>
        <p:nvPicPr>
          <p:cNvPr id="897" name="Picture 7" descr=""/>
          <p:cNvPicPr/>
          <p:nvPr/>
        </p:nvPicPr>
        <p:blipFill>
          <a:blip r:embed="rId4"/>
          <a:stretch/>
        </p:blipFill>
        <p:spPr>
          <a:xfrm>
            <a:off x="2379600" y="1756800"/>
            <a:ext cx="328680" cy="316800"/>
          </a:xfrm>
          <a:prstGeom prst="rect">
            <a:avLst/>
          </a:prstGeom>
          <a:noFill/>
          <a:ln w="0">
            <a:noFill/>
          </a:ln>
        </p:spPr>
      </p:pic>
      <p:pic>
        <p:nvPicPr>
          <p:cNvPr id="898" name="Picture 9" descr=""/>
          <p:cNvPicPr/>
          <p:nvPr/>
        </p:nvPicPr>
        <p:blipFill>
          <a:blip r:embed="rId5"/>
          <a:stretch/>
        </p:blipFill>
        <p:spPr>
          <a:xfrm>
            <a:off x="9069480" y="1756800"/>
            <a:ext cx="328680" cy="316800"/>
          </a:xfrm>
          <a:prstGeom prst="rect">
            <a:avLst/>
          </a:prstGeom>
          <a:noFill/>
          <a:ln w="0">
            <a:noFill/>
          </a:ln>
        </p:spPr>
      </p:pic>
      <p:pic>
        <p:nvPicPr>
          <p:cNvPr id="899" name="Picture 10" descr=""/>
          <p:cNvPicPr/>
          <p:nvPr/>
        </p:nvPicPr>
        <p:blipFill>
          <a:blip r:embed="rId6"/>
          <a:stretch/>
        </p:blipFill>
        <p:spPr>
          <a:xfrm>
            <a:off x="4554720" y="2311200"/>
            <a:ext cx="328680" cy="31680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0"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rmAutofit/>
          </a:bodyPr>
          <a:p>
            <a:pPr indent="0" defTabSz="914400">
              <a:lnSpc>
                <a:spcPct val="90000"/>
              </a:lnSpc>
              <a:buNone/>
            </a:pPr>
            <a:r>
              <a:rPr b="0" lang="en-US" sz="2400" strike="noStrike" u="none" cap="all">
                <a:solidFill>
                  <a:schemeClr val="dk1"/>
                </a:solidFill>
                <a:effectLst/>
                <a:uFillTx/>
                <a:latin typeface="Times New Roman"/>
              </a:rPr>
              <a:t>Neonatal outcome:</a:t>
            </a:r>
            <a:br>
              <a:rPr sz="3600"/>
            </a:br>
            <a:br>
              <a:rPr sz="3600"/>
            </a:br>
            <a:endParaRPr b="0" lang="en-US" sz="2400" strike="noStrike" u="none">
              <a:solidFill>
                <a:schemeClr val="lt1"/>
              </a:solidFill>
              <a:effectLst/>
              <a:uFillTx/>
              <a:latin typeface="Tw Cen MT"/>
            </a:endParaRPr>
          </a:p>
        </p:txBody>
      </p:sp>
      <p:sp>
        <p:nvSpPr>
          <p:cNvPr id="901" name="PlaceHolder 2"/>
          <p:cNvSpPr>
            <a:spLocks noGrp="1"/>
          </p:cNvSpPr>
          <p:nvPr>
            <p:ph/>
          </p:nvPr>
        </p:nvSpPr>
        <p:spPr>
          <a:xfrm>
            <a:off x="1141560" y="1357920"/>
            <a:ext cx="9905760" cy="3541320"/>
          </a:xfrm>
          <a:prstGeom prst="rect">
            <a:avLst/>
          </a:prstGeom>
          <a:noFill/>
          <a:ln w="0">
            <a:noFill/>
          </a:ln>
        </p:spPr>
        <p:txBody>
          <a:bodyPr lIns="91440" rIns="91440" tIns="45720" bIns="45720" anchor="t">
            <a:noAutofit/>
          </a:bodyPr>
          <a:p>
            <a:pPr indent="0" defTabSz="914400">
              <a:lnSpc>
                <a:spcPct val="120000"/>
              </a:lnSpc>
              <a:spcBef>
                <a:spcPts val="1001"/>
              </a:spcBef>
              <a:buNone/>
              <a:tabLst>
                <a:tab algn="l" pos="0"/>
              </a:tabLst>
            </a:pPr>
            <a:r>
              <a:rPr b="0" lang="en-US" sz="2400" strike="noStrike" u="none">
                <a:solidFill>
                  <a:schemeClr val="lt1"/>
                </a:solidFill>
                <a:effectLst/>
                <a:uFillTx/>
                <a:latin typeface="Tw Cen MT"/>
              </a:rPr>
              <a:t>	</a:t>
            </a:r>
            <a:r>
              <a:rPr b="0" lang="en-US" sz="2400" strike="noStrike" u="none">
                <a:solidFill>
                  <a:schemeClr val="dk1"/>
                </a:solidFill>
                <a:effectLst/>
                <a:uFillTx/>
                <a:latin typeface="Times New Roman"/>
              </a:rPr>
              <a:t>Birth weight:</a:t>
            </a:r>
            <a:endParaRPr b="0" lang="en-US" sz="2400" strike="noStrike" u="none">
              <a:solidFill>
                <a:schemeClr val="lt1"/>
              </a:solidFill>
              <a:effectLst/>
              <a:uFillTx/>
              <a:latin typeface="Tw Cen MT"/>
            </a:endParaRPr>
          </a:p>
          <a:p>
            <a:pPr indent="0" defTabSz="914400">
              <a:lnSpc>
                <a:spcPct val="120000"/>
              </a:lnSpc>
              <a:spcBef>
                <a:spcPts val="1001"/>
              </a:spcBef>
              <a:buNone/>
              <a:tabLst>
                <a:tab algn="l" pos="0"/>
              </a:tabLst>
            </a:pPr>
            <a:r>
              <a:rPr b="0" lang="en-US" sz="2400" strike="noStrike" u="none">
                <a:solidFill>
                  <a:schemeClr val="dk1"/>
                </a:solidFill>
                <a:effectLst/>
                <a:uFillTx/>
                <a:latin typeface="Times New Roman"/>
              </a:rPr>
              <a:t>	</a:t>
            </a:r>
            <a:r>
              <a:rPr b="0" lang="en-US" sz="2400" strike="noStrike" u="none">
                <a:solidFill>
                  <a:schemeClr val="dk1"/>
                </a:solidFill>
                <a:effectLst/>
                <a:uFillTx/>
                <a:latin typeface="Times New Roman"/>
              </a:rPr>
              <a:t>Apgar score:</a:t>
            </a:r>
            <a:endParaRPr b="0" lang="en-US" sz="2400" strike="noStrike" u="none">
              <a:solidFill>
                <a:schemeClr val="lt1"/>
              </a:solidFill>
              <a:effectLst/>
              <a:uFillTx/>
              <a:latin typeface="Tw Cen MT"/>
            </a:endParaRPr>
          </a:p>
          <a:p>
            <a:pPr indent="0" defTabSz="914400">
              <a:lnSpc>
                <a:spcPct val="120000"/>
              </a:lnSpc>
              <a:spcBef>
                <a:spcPts val="1001"/>
              </a:spcBef>
              <a:buNone/>
              <a:tabLst>
                <a:tab algn="l" pos="0"/>
              </a:tabLst>
            </a:pPr>
            <a:r>
              <a:rPr b="0" lang="en-US" sz="2400" strike="noStrike" u="none">
                <a:solidFill>
                  <a:schemeClr val="dk1"/>
                </a:solidFill>
                <a:effectLst/>
                <a:uFillTx/>
                <a:latin typeface="Times New Roman"/>
              </a:rPr>
              <a:t>	</a:t>
            </a:r>
            <a:r>
              <a:rPr b="0" lang="en-US" sz="2400" strike="noStrike" u="none">
                <a:solidFill>
                  <a:schemeClr val="dk1"/>
                </a:solidFill>
                <a:effectLst/>
                <a:uFillTx/>
                <a:latin typeface="Times New Roman"/>
              </a:rPr>
              <a:t>NICU admission:</a:t>
            </a:r>
            <a:endParaRPr b="0" lang="en-US" sz="2400" strike="noStrike" u="none">
              <a:solidFill>
                <a:schemeClr val="lt1"/>
              </a:solidFill>
              <a:effectLst/>
              <a:uFillTx/>
              <a:latin typeface="Tw Cen MT"/>
            </a:endParaRPr>
          </a:p>
          <a:p>
            <a:pPr indent="0" defTabSz="914400">
              <a:lnSpc>
                <a:spcPct val="120000"/>
              </a:lnSpc>
              <a:spcBef>
                <a:spcPts val="1001"/>
              </a:spcBef>
              <a:buNone/>
              <a:tabLst>
                <a:tab algn="l" pos="0"/>
              </a:tabLst>
            </a:pPr>
            <a:r>
              <a:rPr b="0" lang="en-US" sz="2400" strike="noStrike" u="none">
                <a:solidFill>
                  <a:schemeClr val="dk1"/>
                </a:solidFill>
                <a:effectLst/>
                <a:uFillTx/>
                <a:latin typeface="Times New Roman"/>
              </a:rPr>
              <a:t>	</a:t>
            </a:r>
            <a:r>
              <a:rPr b="0" lang="en-US" sz="2400" strike="noStrike" u="none">
                <a:solidFill>
                  <a:schemeClr val="dk1"/>
                </a:solidFill>
                <a:effectLst/>
                <a:uFillTx/>
                <a:latin typeface="Times New Roman"/>
              </a:rPr>
              <a:t>Reason for admission:</a:t>
            </a:r>
            <a:endParaRPr b="0" lang="en-US" sz="2400" strike="noStrike" u="none">
              <a:solidFill>
                <a:schemeClr val="lt1"/>
              </a:solidFill>
              <a:effectLst/>
              <a:uFillTx/>
              <a:latin typeface="Tw Cen MT"/>
            </a:endParaRPr>
          </a:p>
          <a:p>
            <a:pPr indent="0" defTabSz="914400">
              <a:lnSpc>
                <a:spcPct val="120000"/>
              </a:lnSpc>
              <a:spcBef>
                <a:spcPts val="1001"/>
              </a:spcBef>
              <a:buNone/>
              <a:tabLst>
                <a:tab algn="l" pos="0"/>
              </a:tabLst>
            </a:pPr>
            <a:endParaRPr b="0" lang="en-US" sz="2400" strike="noStrike" u="none">
              <a:solidFill>
                <a:schemeClr val="lt1"/>
              </a:solidFill>
              <a:effectLst/>
              <a:uFillTx/>
              <a:latin typeface="Tw Cen MT"/>
            </a:endParaRPr>
          </a:p>
          <a:p>
            <a:pPr indent="0" defTabSz="914400">
              <a:lnSpc>
                <a:spcPct val="120000"/>
              </a:lnSpc>
              <a:spcBef>
                <a:spcPts val="1001"/>
              </a:spcBef>
              <a:buNone/>
              <a:tabLst>
                <a:tab algn="l" pos="0"/>
              </a:tabLst>
            </a:pPr>
            <a:endParaRPr b="0" lang="en-US" sz="2400" strike="noStrike" u="none">
              <a:solidFill>
                <a:schemeClr val="lt1"/>
              </a:solidFill>
              <a:effectLst/>
              <a:uFillTx/>
              <a:latin typeface="Tw Cen MT"/>
            </a:endParaRPr>
          </a:p>
          <a:p>
            <a:pPr indent="0" defTabSz="914400">
              <a:lnSpc>
                <a:spcPct val="120000"/>
              </a:lnSpc>
              <a:spcBef>
                <a:spcPts val="1001"/>
              </a:spcBef>
              <a:buNone/>
              <a:tabLst>
                <a:tab algn="l" pos="0"/>
              </a:tabLst>
            </a:pPr>
            <a:endParaRPr b="0" lang="en-US" sz="2400" strike="noStrike" u="none">
              <a:solidFill>
                <a:schemeClr val="lt1"/>
              </a:solidFill>
              <a:effectLst/>
              <a:uFillTx/>
              <a:latin typeface="Tw Cen MT"/>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2" name="PlaceHolder 1"/>
          <p:cNvSpPr>
            <a:spLocks noGrp="1"/>
          </p:cNvSpPr>
          <p:nvPr>
            <p:ph/>
          </p:nvPr>
        </p:nvSpPr>
        <p:spPr>
          <a:xfrm>
            <a:off x="841680" y="329760"/>
            <a:ext cx="9905760" cy="4486680"/>
          </a:xfrm>
          <a:prstGeom prst="rect">
            <a:avLst/>
          </a:prstGeom>
          <a:noFill/>
          <a:ln w="0">
            <a:noFill/>
          </a:ln>
        </p:spPr>
        <p:txBody>
          <a:bodyPr lIns="91440" rIns="91440" tIns="45720" bIns="45720" anchor="t">
            <a:normAutofit fontScale="25000" lnSpcReduction="19999"/>
          </a:bodyPr>
          <a:p>
            <a:pPr marL="6480" indent="0" defTabSz="914400">
              <a:lnSpc>
                <a:spcPct val="103000"/>
              </a:lnSpc>
              <a:spcBef>
                <a:spcPts val="1001"/>
              </a:spcBef>
              <a:buNone/>
              <a:tabLst>
                <a:tab algn="l" pos="0"/>
              </a:tabLst>
            </a:pPr>
            <a:r>
              <a:rPr b="1" lang="en-US" sz="7200" strike="noStrike" u="none">
                <a:solidFill>
                  <a:schemeClr val="dk1"/>
                </a:solidFill>
                <a:effectLst/>
                <a:uFillTx/>
                <a:latin typeface="Times New Roman"/>
                <a:ea typeface="Times New Roman"/>
              </a:rPr>
              <a:t>PRIMARY OUTCOME:</a:t>
            </a:r>
            <a:endParaRPr b="0" lang="en-US" sz="7200" strike="noStrike" u="none">
              <a:solidFill>
                <a:schemeClr val="lt1"/>
              </a:solidFill>
              <a:effectLst/>
              <a:uFillTx/>
              <a:latin typeface="Tw Cen MT"/>
            </a:endParaRPr>
          </a:p>
          <a:p>
            <a:pPr marL="6480" indent="0" defTabSz="914400">
              <a:lnSpc>
                <a:spcPct val="103000"/>
              </a:lnSpc>
              <a:spcBef>
                <a:spcPts val="1001"/>
              </a:spcBef>
              <a:buNone/>
              <a:tabLst>
                <a:tab algn="l" pos="0"/>
              </a:tabLst>
            </a:pPr>
            <a:r>
              <a:rPr b="0" lang="en-US" sz="7200" strike="noStrike" u="none">
                <a:solidFill>
                  <a:schemeClr val="dk1"/>
                </a:solidFill>
                <a:effectLst/>
                <a:uFillTx/>
                <a:latin typeface="Times New Roman"/>
                <a:ea typeface="Times New Roman"/>
              </a:rPr>
              <a:t> </a:t>
            </a:r>
            <a:endParaRPr b="0" lang="en-US" sz="7200" strike="noStrike" u="none">
              <a:solidFill>
                <a:schemeClr val="lt1"/>
              </a:solidFill>
              <a:effectLst/>
              <a:uFillTx/>
              <a:latin typeface="Tw Cen MT"/>
            </a:endParaRPr>
          </a:p>
          <a:p>
            <a:pPr lvl="1" marL="800280" indent="-343080" defTabSz="914400">
              <a:lnSpc>
                <a:spcPct val="150000"/>
              </a:lnSpc>
              <a:buClr>
                <a:srgbClr val="000000"/>
              </a:buClr>
              <a:buSzPct val="125000"/>
              <a:buFont typeface="Symbol" charset="2"/>
              <a:buChar char=""/>
              <a:tabLst>
                <a:tab algn="l" pos="0"/>
              </a:tabLst>
            </a:pPr>
            <a:r>
              <a:rPr b="0" lang="en-US" sz="6800" strike="noStrike" u="none">
                <a:solidFill>
                  <a:schemeClr val="dk1"/>
                </a:solidFill>
                <a:effectLst/>
                <a:uFillTx/>
                <a:latin typeface="Times New Roman"/>
                <a:ea typeface="Times New Roman"/>
              </a:rPr>
              <a:t>Oxytocin induction  to delivery interval</a:t>
            </a:r>
            <a:endParaRPr b="0" lang="en-US" sz="6800" strike="noStrike" u="none">
              <a:solidFill>
                <a:schemeClr val="lt1"/>
              </a:solidFill>
              <a:effectLst/>
              <a:uFillTx/>
              <a:latin typeface="Tw Cen MT"/>
            </a:endParaRPr>
          </a:p>
          <a:p>
            <a:pPr marL="6480" indent="0" defTabSz="914400">
              <a:lnSpc>
                <a:spcPct val="150000"/>
              </a:lnSpc>
              <a:spcAft>
                <a:spcPts val="65"/>
              </a:spcAft>
              <a:buNone/>
              <a:tabLst>
                <a:tab algn="l" pos="0"/>
              </a:tabLst>
            </a:pPr>
            <a:r>
              <a:rPr b="0" lang="en-US" sz="7200" strike="noStrike" u="none">
                <a:solidFill>
                  <a:schemeClr val="dk1"/>
                </a:solidFill>
                <a:effectLst/>
                <a:uFillTx/>
                <a:latin typeface="Times New Roman"/>
                <a:ea typeface="Times New Roman"/>
              </a:rPr>
              <a:t> </a:t>
            </a:r>
            <a:endParaRPr b="0" lang="en-US" sz="7200" strike="noStrike" u="none">
              <a:solidFill>
                <a:schemeClr val="lt1"/>
              </a:solidFill>
              <a:effectLst/>
              <a:uFillTx/>
              <a:latin typeface="Tw Cen MT"/>
            </a:endParaRPr>
          </a:p>
          <a:p>
            <a:pPr marL="6480" indent="0" defTabSz="914400">
              <a:lnSpc>
                <a:spcPct val="150000"/>
              </a:lnSpc>
              <a:spcAft>
                <a:spcPts val="65"/>
              </a:spcAft>
              <a:buNone/>
              <a:tabLst>
                <a:tab algn="l" pos="0"/>
              </a:tabLst>
            </a:pPr>
            <a:r>
              <a:rPr b="1" lang="en-US" sz="7200" strike="noStrike" u="none">
                <a:solidFill>
                  <a:schemeClr val="dk1"/>
                </a:solidFill>
                <a:effectLst/>
                <a:uFillTx/>
                <a:latin typeface="Times New Roman"/>
                <a:ea typeface="Times New Roman"/>
              </a:rPr>
              <a:t>SECONDARY MATERNAL OUTCOME</a:t>
            </a:r>
            <a:r>
              <a:rPr b="0" lang="en-US" sz="7200" strike="noStrike" u="none">
                <a:solidFill>
                  <a:schemeClr val="dk1"/>
                </a:solidFill>
                <a:effectLst/>
                <a:uFillTx/>
                <a:latin typeface="Times New Roman"/>
                <a:ea typeface="Times New Roman"/>
              </a:rPr>
              <a:t>: </a:t>
            </a:r>
            <a:endParaRPr b="0" lang="en-US" sz="7200" strike="noStrike" u="none">
              <a:solidFill>
                <a:schemeClr val="lt1"/>
              </a:solidFill>
              <a:effectLst/>
              <a:uFillTx/>
              <a:latin typeface="Tw Cen MT"/>
            </a:endParaRPr>
          </a:p>
          <a:p>
            <a:pPr lvl="1" marL="800280" indent="-343080" defTabSz="914400">
              <a:lnSpc>
                <a:spcPct val="150000"/>
              </a:lnSpc>
              <a:buClr>
                <a:srgbClr val="000000"/>
              </a:buClr>
              <a:buSzPct val="125000"/>
              <a:buFont typeface="Symbol" charset="2"/>
              <a:buChar char=""/>
              <a:tabLst>
                <a:tab algn="l" pos="0"/>
              </a:tabLst>
            </a:pPr>
            <a:r>
              <a:rPr b="0" lang="en-US" sz="6800" strike="noStrike" u="none">
                <a:solidFill>
                  <a:schemeClr val="dk1"/>
                </a:solidFill>
                <a:effectLst/>
                <a:uFillTx/>
                <a:latin typeface="Times New Roman"/>
                <a:ea typeface="Times New Roman"/>
              </a:rPr>
              <a:t>Uterine hyperactivity </a:t>
            </a:r>
            <a:endParaRPr b="0" lang="en-US" sz="6800" strike="noStrike" u="none">
              <a:solidFill>
                <a:schemeClr val="lt1"/>
              </a:solidFill>
              <a:effectLst/>
              <a:uFillTx/>
              <a:latin typeface="Tw Cen MT"/>
            </a:endParaRPr>
          </a:p>
          <a:p>
            <a:pPr lvl="1" marL="800280" indent="-343080" defTabSz="914400">
              <a:lnSpc>
                <a:spcPct val="150000"/>
              </a:lnSpc>
              <a:buClr>
                <a:srgbClr val="000000"/>
              </a:buClr>
              <a:buSzPct val="125000"/>
              <a:buFont typeface="Symbol" charset="2"/>
              <a:buChar char=""/>
              <a:tabLst>
                <a:tab algn="l" pos="0"/>
              </a:tabLst>
            </a:pPr>
            <a:r>
              <a:rPr b="0" lang="en-US" sz="6600" strike="noStrike" u="none">
                <a:solidFill>
                  <a:schemeClr val="dk1"/>
                </a:solidFill>
                <a:effectLst/>
                <a:uFillTx/>
                <a:latin typeface="Times New Roman"/>
                <a:ea typeface="Times New Roman"/>
              </a:rPr>
              <a:t>Cardiotocographic abnormalities</a:t>
            </a:r>
            <a:endParaRPr b="0" lang="en-US" sz="6600" strike="noStrike" u="none">
              <a:solidFill>
                <a:schemeClr val="lt1"/>
              </a:solidFill>
              <a:effectLst/>
              <a:uFillTx/>
              <a:latin typeface="Tw Cen MT"/>
            </a:endParaRPr>
          </a:p>
          <a:p>
            <a:pPr lvl="1" marL="800280" indent="-343080" defTabSz="914400">
              <a:lnSpc>
                <a:spcPct val="150000"/>
              </a:lnSpc>
              <a:buClr>
                <a:srgbClr val="000000"/>
              </a:buClr>
              <a:buSzPct val="125000"/>
              <a:buFont typeface="Symbol" charset="2"/>
              <a:buChar char=""/>
              <a:tabLst>
                <a:tab algn="l" pos="0"/>
              </a:tabLst>
            </a:pPr>
            <a:r>
              <a:rPr b="0" lang="en-US" sz="6800" strike="noStrike" u="none">
                <a:solidFill>
                  <a:schemeClr val="dk1"/>
                </a:solidFill>
                <a:effectLst/>
                <a:uFillTx/>
                <a:latin typeface="Times New Roman"/>
                <a:ea typeface="Times New Roman"/>
              </a:rPr>
              <a:t>Indication for cesarean delivery</a:t>
            </a:r>
            <a:endParaRPr b="0" lang="en-US" sz="6800" strike="noStrike" u="none">
              <a:solidFill>
                <a:schemeClr val="lt1"/>
              </a:solidFill>
              <a:effectLst/>
              <a:uFillTx/>
              <a:latin typeface="Tw Cen MT"/>
            </a:endParaRPr>
          </a:p>
          <a:p>
            <a:pPr lvl="1" marL="800280" indent="-343080" defTabSz="914400">
              <a:lnSpc>
                <a:spcPct val="150000"/>
              </a:lnSpc>
              <a:buClr>
                <a:srgbClr val="000000"/>
              </a:buClr>
              <a:buSzPct val="125000"/>
              <a:buFont typeface="Symbol" charset="2"/>
              <a:buChar char=""/>
              <a:tabLst>
                <a:tab algn="l" pos="0"/>
              </a:tabLst>
            </a:pPr>
            <a:r>
              <a:rPr b="0" lang="en-US" sz="6800" strike="noStrike" u="none">
                <a:solidFill>
                  <a:schemeClr val="dk1"/>
                </a:solidFill>
                <a:effectLst/>
                <a:uFillTx/>
                <a:latin typeface="Times New Roman"/>
                <a:ea typeface="Times New Roman"/>
              </a:rPr>
              <a:t>Delivery blood loss</a:t>
            </a:r>
            <a:endParaRPr b="0" lang="en-US" sz="6800" strike="noStrike" u="none">
              <a:solidFill>
                <a:schemeClr val="lt1"/>
              </a:solidFill>
              <a:effectLst/>
              <a:uFillTx/>
              <a:latin typeface="Tw Cen MT"/>
            </a:endParaRPr>
          </a:p>
          <a:p>
            <a:pPr lvl="1" marL="800280" indent="-343080" defTabSz="914400">
              <a:lnSpc>
                <a:spcPct val="150000"/>
              </a:lnSpc>
              <a:buClr>
                <a:srgbClr val="000000"/>
              </a:buClr>
              <a:buSzPct val="125000"/>
              <a:buFont typeface="Symbol" charset="2"/>
              <a:buChar char=""/>
              <a:tabLst>
                <a:tab algn="l" pos="0"/>
              </a:tabLst>
            </a:pPr>
            <a:r>
              <a:rPr b="0" lang="en-US" sz="6800" strike="noStrike" u="none">
                <a:solidFill>
                  <a:schemeClr val="dk1"/>
                </a:solidFill>
                <a:effectLst/>
                <a:uFillTx/>
                <a:latin typeface="Times New Roman"/>
                <a:ea typeface="Times New Roman"/>
              </a:rPr>
              <a:t>Maternal temperature</a:t>
            </a:r>
            <a:endParaRPr b="0" lang="en-US" sz="6800" strike="noStrike" u="none">
              <a:solidFill>
                <a:schemeClr val="lt1"/>
              </a:solidFill>
              <a:effectLst/>
              <a:uFillTx/>
              <a:latin typeface="Tw Cen MT"/>
            </a:endParaRPr>
          </a:p>
          <a:p>
            <a:pPr lvl="1" marL="800280" indent="-343080" defTabSz="914400">
              <a:lnSpc>
                <a:spcPct val="150000"/>
              </a:lnSpc>
              <a:buClr>
                <a:srgbClr val="000000"/>
              </a:buClr>
              <a:buSzPct val="125000"/>
              <a:buFont typeface="Symbol" charset="2"/>
              <a:buChar char=""/>
              <a:tabLst>
                <a:tab algn="l" pos="0"/>
              </a:tabLst>
            </a:pPr>
            <a:r>
              <a:rPr b="0" lang="en-US" sz="6800" strike="noStrike" u="none">
                <a:solidFill>
                  <a:schemeClr val="dk1"/>
                </a:solidFill>
                <a:effectLst/>
                <a:uFillTx/>
                <a:latin typeface="Times New Roman"/>
                <a:ea typeface="Times New Roman"/>
              </a:rPr>
              <a:t>Other maternal complications</a:t>
            </a:r>
            <a:endParaRPr b="0" lang="en-US" sz="6800" strike="noStrike" u="none">
              <a:solidFill>
                <a:schemeClr val="lt1"/>
              </a:solidFill>
              <a:effectLst/>
              <a:uFillTx/>
              <a:latin typeface="Tw Cen MT"/>
            </a:endParaRPr>
          </a:p>
          <a:p>
            <a:pPr indent="0" defTabSz="914400">
              <a:lnSpc>
                <a:spcPct val="150000"/>
              </a:lnSpc>
              <a:spcAft>
                <a:spcPts val="65"/>
              </a:spcAft>
              <a:buNone/>
              <a:tabLst>
                <a:tab algn="l" pos="0"/>
              </a:tabLst>
            </a:pPr>
            <a:endParaRPr b="0" lang="en-US" sz="7200" strike="noStrike" u="none">
              <a:solidFill>
                <a:schemeClr val="lt1"/>
              </a:solidFill>
              <a:effectLst/>
              <a:uFillTx/>
              <a:latin typeface="Tw Cen MT"/>
            </a:endParaRPr>
          </a:p>
          <a:p>
            <a:pPr marL="6480" indent="0" defTabSz="914400">
              <a:lnSpc>
                <a:spcPct val="150000"/>
              </a:lnSpc>
              <a:spcAft>
                <a:spcPts val="65"/>
              </a:spcAft>
              <a:buNone/>
              <a:tabLst>
                <a:tab algn="l" pos="0"/>
              </a:tabLst>
            </a:pPr>
            <a:r>
              <a:rPr b="1" lang="en-US" sz="7200" strike="noStrike" u="none">
                <a:solidFill>
                  <a:schemeClr val="dk1"/>
                </a:solidFill>
                <a:effectLst/>
                <a:uFillTx/>
                <a:latin typeface="Times New Roman"/>
                <a:ea typeface="Times New Roman"/>
              </a:rPr>
              <a:t>SECONDARY NEONATAL OUTCOME:</a:t>
            </a:r>
            <a:endParaRPr b="0" lang="en-US" sz="7200" strike="noStrike" u="none">
              <a:solidFill>
                <a:schemeClr val="lt1"/>
              </a:solidFill>
              <a:effectLst/>
              <a:uFillTx/>
              <a:latin typeface="Tw Cen MT"/>
            </a:endParaRPr>
          </a:p>
          <a:p>
            <a:pPr lvl="1" marL="685800" indent="-228600" defTabSz="914400">
              <a:lnSpc>
                <a:spcPct val="150000"/>
              </a:lnSpc>
              <a:buClr>
                <a:srgbClr val="000000"/>
              </a:buClr>
              <a:buSzPct val="125000"/>
              <a:buFont typeface="Arial"/>
              <a:buChar char="•"/>
              <a:tabLst>
                <a:tab algn="l" pos="0"/>
              </a:tabLst>
            </a:pPr>
            <a:r>
              <a:rPr b="0" lang="en-US" sz="7200" strike="noStrike" u="none">
                <a:solidFill>
                  <a:schemeClr val="dk1"/>
                </a:solidFill>
                <a:effectLst/>
                <a:uFillTx/>
                <a:latin typeface="Times New Roman"/>
                <a:ea typeface="Times New Roman"/>
              </a:rPr>
              <a:t>Birth weight</a:t>
            </a:r>
            <a:endParaRPr b="0" lang="en-US" sz="7200" strike="noStrike" u="none">
              <a:solidFill>
                <a:schemeClr val="lt1"/>
              </a:solidFill>
              <a:effectLst/>
              <a:uFillTx/>
              <a:latin typeface="Tw Cen MT"/>
            </a:endParaRPr>
          </a:p>
          <a:p>
            <a:pPr lvl="1" marL="685800" indent="-228600" defTabSz="914400">
              <a:lnSpc>
                <a:spcPct val="150000"/>
              </a:lnSpc>
              <a:buClr>
                <a:srgbClr val="000000"/>
              </a:buClr>
              <a:buSzPct val="125000"/>
              <a:buFont typeface="Arial"/>
              <a:buChar char="•"/>
              <a:tabLst>
                <a:tab algn="l" pos="0"/>
              </a:tabLst>
            </a:pPr>
            <a:r>
              <a:rPr b="0" lang="en-US" sz="7200" strike="noStrike" u="none">
                <a:solidFill>
                  <a:schemeClr val="dk1"/>
                </a:solidFill>
                <a:effectLst/>
                <a:uFillTx/>
                <a:latin typeface="Times New Roman"/>
                <a:ea typeface="Times New Roman"/>
              </a:rPr>
              <a:t>Apgar score</a:t>
            </a:r>
            <a:endParaRPr b="0" lang="en-US" sz="7200" strike="noStrike" u="none">
              <a:solidFill>
                <a:schemeClr val="lt1"/>
              </a:solidFill>
              <a:effectLst/>
              <a:uFillTx/>
              <a:latin typeface="Tw Cen MT"/>
            </a:endParaRPr>
          </a:p>
          <a:p>
            <a:pPr lvl="1" marL="685800" indent="-228600" defTabSz="914400">
              <a:lnSpc>
                <a:spcPct val="150000"/>
              </a:lnSpc>
              <a:buClr>
                <a:srgbClr val="000000"/>
              </a:buClr>
              <a:buSzPct val="125000"/>
              <a:buFont typeface="Arial"/>
              <a:buChar char="•"/>
              <a:tabLst>
                <a:tab algn="l" pos="0"/>
              </a:tabLst>
            </a:pPr>
            <a:r>
              <a:rPr b="0" lang="en-US" sz="7200" strike="noStrike" u="none">
                <a:solidFill>
                  <a:schemeClr val="dk1"/>
                </a:solidFill>
                <a:effectLst/>
                <a:uFillTx/>
                <a:latin typeface="Times New Roman"/>
                <a:ea typeface="Times New Roman"/>
              </a:rPr>
              <a:t>Neonatal admission and indication</a:t>
            </a:r>
            <a:endParaRPr b="0" lang="en-US" sz="7200" strike="noStrike" u="none">
              <a:solidFill>
                <a:schemeClr val="lt1"/>
              </a:solidFill>
              <a:effectLst/>
              <a:uFillTx/>
              <a:latin typeface="Tw Cen MT"/>
            </a:endParaRPr>
          </a:p>
          <a:p>
            <a:pPr lvl="1" marL="685800" indent="-228600" defTabSz="914400">
              <a:lnSpc>
                <a:spcPct val="150000"/>
              </a:lnSpc>
              <a:buClr>
                <a:srgbClr val="000000"/>
              </a:buClr>
              <a:buSzPct val="125000"/>
              <a:buFont typeface="Arial"/>
              <a:buChar char="•"/>
              <a:tabLst>
                <a:tab algn="l" pos="0"/>
              </a:tabLst>
            </a:pPr>
            <a:r>
              <a:rPr b="0" lang="en-US" sz="7200" strike="noStrike" u="none">
                <a:solidFill>
                  <a:schemeClr val="dk1"/>
                </a:solidFill>
                <a:effectLst/>
                <a:uFillTx/>
                <a:latin typeface="Times New Roman"/>
                <a:ea typeface="Times New Roman"/>
              </a:rPr>
              <a:t>Reason for admission </a:t>
            </a:r>
            <a:r>
              <a:rPr b="1" lang="en-US" sz="7200" strike="noStrike" u="none">
                <a:solidFill>
                  <a:schemeClr val="dk1"/>
                </a:solidFill>
                <a:effectLst/>
                <a:uFillTx/>
                <a:latin typeface="Times New Roman"/>
                <a:ea typeface="Times New Roman"/>
              </a:rPr>
              <a:t> </a:t>
            </a:r>
            <a:endParaRPr b="0" lang="en-US" sz="7200" strike="noStrike" u="none">
              <a:solidFill>
                <a:schemeClr val="lt1"/>
              </a:solidFill>
              <a:effectLst/>
              <a:uFillTx/>
              <a:latin typeface="Tw Cen MT"/>
            </a:endParaRPr>
          </a:p>
          <a:p>
            <a:pPr indent="0" defTabSz="914400">
              <a:lnSpc>
                <a:spcPct val="120000"/>
              </a:lnSpc>
              <a:spcBef>
                <a:spcPts val="1001"/>
              </a:spcBef>
              <a:buNone/>
              <a:tabLst>
                <a:tab algn="l" pos="0"/>
              </a:tabLst>
            </a:pPr>
            <a:endParaRPr b="0" lang="en-US" sz="2400" strike="noStrike" u="none">
              <a:solidFill>
                <a:schemeClr val="lt1"/>
              </a:solidFill>
              <a:effectLst/>
              <a:uFillTx/>
              <a:latin typeface="Tw Cen MT"/>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3"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Autofit/>
          </a:bodyPr>
          <a:p>
            <a:pPr indent="0" algn="ctr" defTabSz="914400">
              <a:lnSpc>
                <a:spcPct val="90000"/>
              </a:lnSpc>
              <a:buNone/>
            </a:pPr>
            <a:r>
              <a:rPr b="1" lang="en-US" sz="3600" strike="noStrike" u="none" cap="all">
                <a:solidFill>
                  <a:srgbClr val="000000"/>
                </a:solidFill>
                <a:effectLst/>
                <a:uFillTx/>
                <a:latin typeface="Times New Roman"/>
                <a:ea typeface="Times New Roman"/>
              </a:rPr>
              <a:t>REFERENCES:</a:t>
            </a:r>
            <a:br>
              <a:rPr sz="3600"/>
            </a:br>
            <a:endParaRPr b="0" lang="en-US" sz="3600" strike="noStrike" u="none">
              <a:solidFill>
                <a:schemeClr val="lt1"/>
              </a:solidFill>
              <a:effectLst/>
              <a:uFillTx/>
              <a:latin typeface="Tw Cen MT"/>
            </a:endParaRPr>
          </a:p>
        </p:txBody>
      </p:sp>
      <p:sp>
        <p:nvSpPr>
          <p:cNvPr id="904" name="PlaceHolder 2"/>
          <p:cNvSpPr>
            <a:spLocks noGrp="1"/>
          </p:cNvSpPr>
          <p:nvPr>
            <p:ph/>
          </p:nvPr>
        </p:nvSpPr>
        <p:spPr>
          <a:xfrm>
            <a:off x="1141560" y="1803240"/>
            <a:ext cx="10610640" cy="4435920"/>
          </a:xfrm>
          <a:prstGeom prst="rect">
            <a:avLst/>
          </a:prstGeom>
          <a:noFill/>
          <a:ln w="0">
            <a:noFill/>
          </a:ln>
        </p:spPr>
        <p:txBody>
          <a:bodyPr lIns="91440" rIns="91440" tIns="45720" bIns="45720" anchor="t">
            <a:normAutofit fontScale="25000" lnSpcReduction="19999"/>
          </a:bodyPr>
          <a:p>
            <a:pPr marL="228600" indent="-228600" defTabSz="914400">
              <a:lnSpc>
                <a:spcPct val="120000"/>
              </a:lnSpc>
              <a:spcAft>
                <a:spcPts val="1536"/>
              </a:spcAft>
              <a:buClr>
                <a:srgbClr val="1c1d1e"/>
              </a:buClr>
              <a:buSzPct val="125000"/>
              <a:buFont typeface="Arial"/>
              <a:buChar char="•"/>
            </a:pPr>
            <a:r>
              <a:rPr b="0" lang="en-US" sz="6400" strike="noStrike" u="none">
                <a:solidFill>
                  <a:srgbClr val="1c1d1e"/>
                </a:solidFill>
                <a:effectLst/>
                <a:highlight>
                  <a:srgbClr val="ffffff"/>
                </a:highlight>
                <a:uFillTx/>
                <a:latin typeface="Times New Roman"/>
                <a:ea typeface="Times New Roman"/>
              </a:rPr>
              <a:t>Jesrine Hong, Sreella Raghavan, Ayub Siti Nordiana, Rahmah Saaid, Narayanan Vallikkannu, Peng Chiong Tan, Two different regimens of outpatient Foley catheter induction of labor in nulliparas: A randomized trial, International Journal of Gynecology &amp; ObstetricsInternational Journal of Gynecology &amp; Obstetrics International Journal of Gynecology &amp; Obstetrics, 10.1002/ijgo.15199, </a:t>
            </a:r>
            <a:r>
              <a:rPr b="1" lang="en-US" sz="6400" strike="noStrike" u="none">
                <a:solidFill>
                  <a:srgbClr val="1c1d1e"/>
                </a:solidFill>
                <a:effectLst/>
                <a:highlight>
                  <a:srgbClr val="ffffff"/>
                </a:highlight>
                <a:uFillTx/>
                <a:latin typeface="Times New Roman"/>
                <a:ea typeface="Times New Roman"/>
              </a:rPr>
              <a:t>165</a:t>
            </a:r>
            <a:r>
              <a:rPr b="0" lang="en-US" sz="6400" strike="noStrike" u="none">
                <a:solidFill>
                  <a:srgbClr val="1c1d1e"/>
                </a:solidFill>
                <a:effectLst/>
                <a:highlight>
                  <a:srgbClr val="ffffff"/>
                </a:highlight>
                <a:uFillTx/>
                <a:latin typeface="Times New Roman"/>
                <a:ea typeface="Times New Roman"/>
              </a:rPr>
              <a:t>, 1, (265-274), (2023).</a:t>
            </a:r>
            <a:endParaRPr b="0" lang="en-US" sz="6400" strike="noStrike" u="none">
              <a:solidFill>
                <a:schemeClr val="lt1"/>
              </a:solidFill>
              <a:effectLst/>
              <a:uFillTx/>
              <a:latin typeface="Tw Cen MT"/>
            </a:endParaRPr>
          </a:p>
          <a:p>
            <a:pPr marL="228600" indent="-228600" defTabSz="914400">
              <a:lnSpc>
                <a:spcPct val="120000"/>
              </a:lnSpc>
              <a:spcAft>
                <a:spcPts val="1536"/>
              </a:spcAft>
              <a:buClr>
                <a:srgbClr val="ffffff"/>
              </a:buClr>
              <a:buSzPct val="125000"/>
              <a:buFont typeface="Arial"/>
              <a:buChar char="•"/>
            </a:pPr>
            <a:r>
              <a:rPr b="0" lang="en-US" sz="6400" strike="noStrike" u="none">
                <a:solidFill>
                  <a:schemeClr val="lt1"/>
                </a:solidFill>
                <a:effectLst/>
                <a:uFillTx/>
                <a:latin typeface="Times New Roman"/>
                <a:ea typeface="Times New Roman"/>
              </a:rPr>
              <a:t>Bala A, Bagga R, Kalra J, Dutta S. Early versus delayed amniotomy during labor induction with oxytocin in women with Bishop’s score of ≥6: a randomized trial. J Matern Fetal Neonatal Med. 2018 Nov;31(22):2994-3001. Doi: 10.1080/14767058.2017.1362381. Epub 2017 Aug 9. PMID: 28758531.</a:t>
            </a:r>
            <a:endParaRPr b="0" lang="en-US" sz="6400" strike="noStrike" u="none">
              <a:solidFill>
                <a:schemeClr val="lt1"/>
              </a:solidFill>
              <a:effectLst/>
              <a:uFillTx/>
              <a:latin typeface="Tw Cen MT"/>
            </a:endParaRPr>
          </a:p>
          <a:p>
            <a:pPr marL="228600" indent="-228600" defTabSz="914400">
              <a:lnSpc>
                <a:spcPct val="120000"/>
              </a:lnSpc>
              <a:buClr>
                <a:srgbClr val="212121"/>
              </a:buClr>
              <a:buSzPct val="125000"/>
              <a:buFont typeface="Arial"/>
              <a:buChar char="•"/>
            </a:pPr>
            <a:r>
              <a:rPr b="0" lang="en-US" sz="6400" strike="noStrike" u="none">
                <a:solidFill>
                  <a:srgbClr val="212121"/>
                </a:solidFill>
                <a:effectLst/>
                <a:highlight>
                  <a:srgbClr val="ffffff"/>
                </a:highlight>
                <a:uFillTx/>
                <a:latin typeface="Times New Roman"/>
                <a:ea typeface="Times New Roman"/>
              </a:rPr>
              <a:t>Diab YH, Diab M, Horgan R, Berry M, Saad A, Slagle HBG, Saade G, Kawakita T. Early vs. delayed amniotomy in individuals undergoing pre-induction cervical ripening with transcervical Foley balloon: a meta-analysis. Am J Obstet Gynecol MFM. 2024 Jun 17;6(8):101408. doi:10.1016/j.ajogmf.2024.101408. Epub ahead of print. PMID: 38897352.</a:t>
            </a:r>
            <a:endParaRPr b="0" lang="en-US" sz="6400" strike="noStrike" u="none">
              <a:solidFill>
                <a:schemeClr val="lt1"/>
              </a:solidFill>
              <a:effectLst/>
              <a:uFillTx/>
              <a:latin typeface="Tw Cen MT"/>
            </a:endParaRPr>
          </a:p>
          <a:p>
            <a:pPr indent="0" defTabSz="914400">
              <a:lnSpc>
                <a:spcPct val="103000"/>
              </a:lnSpc>
              <a:spcAft>
                <a:spcPts val="65"/>
              </a:spcAft>
              <a:buNone/>
            </a:pPr>
            <a:endParaRPr b="0" lang="en-US" sz="6400" strike="noStrike" u="none">
              <a:solidFill>
                <a:schemeClr val="lt1"/>
              </a:solidFill>
              <a:effectLst/>
              <a:uFillTx/>
              <a:latin typeface="Tw Cen MT"/>
            </a:endParaRPr>
          </a:p>
          <a:p>
            <a:pPr marL="228600" indent="-228600" defTabSz="914400">
              <a:lnSpc>
                <a:spcPct val="107000"/>
              </a:lnSpc>
              <a:spcAft>
                <a:spcPts val="1276"/>
              </a:spcAft>
              <a:buClr>
                <a:srgbClr val="212121"/>
              </a:buClr>
              <a:buSzPct val="125000"/>
              <a:buFont typeface="Arial"/>
              <a:buChar char="•"/>
            </a:pPr>
            <a:r>
              <a:rPr b="0" lang="en-US" sz="6400" strike="noStrike" u="none">
                <a:solidFill>
                  <a:srgbClr val="212121"/>
                </a:solidFill>
                <a:effectLst/>
                <a:highlight>
                  <a:srgbClr val="ffffff"/>
                </a:highlight>
                <a:uFillTx/>
                <a:latin typeface="Times New Roman"/>
                <a:ea typeface="Times New Roman"/>
              </a:rPr>
              <a:t>Berry M, Lamiman K, Slan MN, Zhang X, Arena Goncharov DD, Hwang YP, Rogers JA, Pacheco LD, Saade GR, Saad AF. Early vs delayed amniotomy following transcervical Foley balloon in the induction of labor: a randomized clinical trial. Am J Obstet Gynecol. 2024 May;230(5):567.e1-567.e11. doi: 10.1016/j.ajog.2024.01.028. Epub 2024 Feb 15. PMID: 38367749.</a:t>
            </a:r>
            <a:endParaRPr b="0" lang="en-US" sz="6400" strike="noStrike" u="none">
              <a:solidFill>
                <a:schemeClr val="lt1"/>
              </a:solidFill>
              <a:effectLst/>
              <a:uFillTx/>
              <a:latin typeface="Tw Cen MT"/>
            </a:endParaRPr>
          </a:p>
          <a:p>
            <a:pPr indent="0" defTabSz="914400">
              <a:lnSpc>
                <a:spcPct val="120000"/>
              </a:lnSpc>
              <a:spcBef>
                <a:spcPts val="1001"/>
              </a:spcBef>
              <a:buNone/>
            </a:pPr>
            <a:endParaRPr b="0" lang="en-US" sz="2400" strike="noStrike" u="none">
              <a:solidFill>
                <a:schemeClr val="lt1"/>
              </a:solidFill>
              <a:effectLst/>
              <a:uFillTx/>
              <a:latin typeface="Tw Cen MT"/>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5" name="PlaceHolder 1"/>
          <p:cNvSpPr>
            <a:spLocks noGrp="1"/>
          </p:cNvSpPr>
          <p:nvPr>
            <p:ph/>
          </p:nvPr>
        </p:nvSpPr>
        <p:spPr>
          <a:xfrm>
            <a:off x="1141560" y="435600"/>
            <a:ext cx="9905760" cy="5326200"/>
          </a:xfrm>
          <a:prstGeom prst="rect">
            <a:avLst/>
          </a:prstGeom>
          <a:noFill/>
          <a:ln w="0">
            <a:noFill/>
          </a:ln>
        </p:spPr>
        <p:txBody>
          <a:bodyPr lIns="91440" rIns="91440" tIns="45720" bIns="45720" anchor="t">
            <a:normAutofit/>
          </a:bodyPr>
          <a:p>
            <a:pPr indent="0" defTabSz="914400">
              <a:lnSpc>
                <a:spcPct val="120000"/>
              </a:lnSpc>
              <a:buNone/>
            </a:pPr>
            <a:endParaRPr b="0" lang="en-US" sz="1600" strike="noStrike" u="none">
              <a:solidFill>
                <a:schemeClr val="lt1"/>
              </a:solidFill>
              <a:effectLst/>
              <a:uFillTx/>
              <a:latin typeface="Tw Cen MT"/>
            </a:endParaRPr>
          </a:p>
          <a:p>
            <a:pPr marL="514440" indent="-285840" defTabSz="914400">
              <a:lnSpc>
                <a:spcPct val="120000"/>
              </a:lnSpc>
              <a:buClr>
                <a:srgbClr val="ffffff"/>
              </a:buClr>
              <a:buSzPct val="125000"/>
              <a:buFont typeface="Arial"/>
              <a:buChar char="•"/>
            </a:pPr>
            <a:r>
              <a:rPr b="0" lang="en-US" sz="1600" strike="noStrike" u="none">
                <a:solidFill>
                  <a:schemeClr val="lt1"/>
                </a:solidFill>
                <a:effectLst/>
                <a:uFillTx/>
                <a:latin typeface="Times New Roman"/>
                <a:ea typeface="Times New Roman"/>
              </a:rPr>
              <a:t>Jamaluddin A, Azhary JMK, Hong JGS, Hamdan M, Tan PC. Early versus delayed amniotomy with immediate oxytocin after Foley catheter cervical ripening in multiparous women with labor induction: A randomized controlled trial. Int J Gynaecol Obstet. 2023 Feb;160(2):661-669. Doi: 10.1002/ijgo.14361. Epub 2022 Aug 8. PMID: 35869943.  </a:t>
            </a:r>
            <a:endParaRPr b="0" lang="en-US" sz="1600" strike="noStrike" u="none">
              <a:solidFill>
                <a:schemeClr val="lt1"/>
              </a:solidFill>
              <a:effectLst/>
              <a:uFillTx/>
              <a:latin typeface="Tw Cen MT"/>
            </a:endParaRPr>
          </a:p>
          <a:p>
            <a:pPr marL="228600" indent="0" defTabSz="914400">
              <a:lnSpc>
                <a:spcPct val="120000"/>
              </a:lnSpc>
              <a:buNone/>
              <a:tabLst>
                <a:tab algn="l" pos="0"/>
              </a:tabLst>
            </a:pPr>
            <a:endParaRPr b="0" lang="en-US" sz="1600" strike="noStrike" u="none">
              <a:solidFill>
                <a:schemeClr val="lt1"/>
              </a:solidFill>
              <a:effectLst/>
              <a:uFillTx/>
              <a:latin typeface="Tw Cen MT"/>
            </a:endParaRPr>
          </a:p>
          <a:p>
            <a:pPr marL="228600" indent="-228600" defTabSz="914400">
              <a:lnSpc>
                <a:spcPct val="107000"/>
              </a:lnSpc>
              <a:spcAft>
                <a:spcPts val="1276"/>
              </a:spcAft>
              <a:buClr>
                <a:srgbClr val="212121"/>
              </a:buClr>
              <a:buSzPct val="125000"/>
              <a:buFont typeface="Arial"/>
              <a:buChar char="•"/>
              <a:tabLst>
                <a:tab algn="l" pos="0"/>
              </a:tabLst>
            </a:pPr>
            <a:r>
              <a:rPr b="0" lang="en-US" sz="1600" strike="noStrike" u="none">
                <a:solidFill>
                  <a:srgbClr val="212121"/>
                </a:solidFill>
                <a:effectLst/>
                <a:highlight>
                  <a:srgbClr val="ffffff"/>
                </a:highlight>
                <a:uFillTx/>
                <a:latin typeface="Times New Roman"/>
                <a:ea typeface="Times New Roman"/>
              </a:rPr>
              <a:t>Halouani A, Masmoudi Y, Hamdaoui R, Hammami A, Triki A, Ben Amor A. Early versus late amniotomy during induction of labor using oxytocin: A randomized controlled trial. PLoS One. 2023 May 25;18(5):e0286037. doi: 10.1371/journal.pone.0286037. PMID: 37228072; PMCID: PMC10212086.</a:t>
            </a:r>
            <a:r>
              <a:rPr b="0" lang="en-US" sz="1600" strike="noStrike" u="none">
                <a:solidFill>
                  <a:schemeClr val="lt1"/>
                </a:solidFill>
                <a:effectLst/>
                <a:uFillTx/>
                <a:latin typeface="Times New Roman"/>
                <a:ea typeface="Times New Roman"/>
              </a:rPr>
              <a:t> </a:t>
            </a:r>
            <a:endParaRPr b="0" lang="en-US" sz="1600" strike="noStrike" u="none">
              <a:solidFill>
                <a:schemeClr val="lt1"/>
              </a:solidFill>
              <a:effectLst/>
              <a:uFillTx/>
              <a:latin typeface="Tw Cen MT"/>
            </a:endParaRPr>
          </a:p>
          <a:p>
            <a:pPr marL="228600" indent="-228600" defTabSz="914400">
              <a:lnSpc>
                <a:spcPct val="107000"/>
              </a:lnSpc>
              <a:spcAft>
                <a:spcPts val="1276"/>
              </a:spcAft>
              <a:buClr>
                <a:srgbClr val="ffffff"/>
              </a:buClr>
              <a:buSzPct val="125000"/>
              <a:buFont typeface="Arial"/>
              <a:buChar char="•"/>
              <a:tabLst>
                <a:tab algn="l" pos="0"/>
              </a:tabLst>
            </a:pPr>
            <a:r>
              <a:rPr b="0" lang="en-US" sz="1600" strike="noStrike" u="none">
                <a:solidFill>
                  <a:schemeClr val="lt1"/>
                </a:solidFill>
                <a:effectLst/>
                <a:uFillTx/>
                <a:latin typeface="Times New Roman"/>
                <a:ea typeface="Times New Roman"/>
              </a:rPr>
              <a:t>Pergialiotis V, Bellos I, Vrachnis N, Papantoniou N, Loutradis D, Daskalakis G. Early versus delayed oxytocin infusion following amniotomy for induction of labor: a meta-analysis of randomized controlled trials. J Matern Fetal Neonatal Med. 2022 Dec;35(25):4889-4896. Doi: 10.1080/14767058.2021.1872535. Epub 2021 Jan 13. PMID: 33441039.</a:t>
            </a:r>
            <a:endParaRPr b="0" lang="en-US" sz="1600" strike="noStrike" u="none">
              <a:solidFill>
                <a:schemeClr val="lt1"/>
              </a:solidFill>
              <a:effectLst/>
              <a:uFillTx/>
              <a:latin typeface="Tw Cen MT"/>
            </a:endParaRPr>
          </a:p>
          <a:p>
            <a:pPr indent="0" defTabSz="914400">
              <a:lnSpc>
                <a:spcPct val="120000"/>
              </a:lnSpc>
              <a:spcBef>
                <a:spcPts val="1001"/>
              </a:spcBef>
              <a:buNone/>
              <a:tabLst>
                <a:tab algn="l" pos="0"/>
              </a:tabLst>
            </a:pPr>
            <a:endParaRPr b="0" lang="en-US" sz="2400" strike="noStrike" u="none">
              <a:solidFill>
                <a:schemeClr val="lt1"/>
              </a:solidFill>
              <a:effectLst/>
              <a:uFillTx/>
              <a:latin typeface="Tw Cen MT"/>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theme/_rels/theme1.xml.rels><?xml version="1.0" encoding="UTF-8"?>
<Relationships xmlns="http://schemas.openxmlformats.org/package/2006/relationships"><Relationship Id="rId1" Type="http://schemas.openxmlformats.org/officeDocument/2006/relationships/image" Target="../media/image1.jpeg"/>
</Relationships>
</file>

<file path=ppt/theme/_rels/theme2.xml.rels><?xml version="1.0" encoding="UTF-8"?>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xmlns:r="http://schemas.openxmlformats.org/officeDocument/2006/relationships" name="Circuit">
  <a:themeElements>
    <a:clrScheme name="Circuit">
      <a:dk1>
        <a:srgbClr val="000000"/>
      </a:dk1>
      <a:lt1>
        <a:srgbClr val="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50000"/>
              </a:schemeClr>
            </a:gs>
            <a:gs pos="100000">
              <a:schemeClr val="phClr">
                <a:shade val="92000"/>
                <a:lumMod val="68000"/>
              </a:schemeClr>
            </a:gs>
          </a:gsLst>
          <a:lin ang="5040000" scaled="0"/>
          <a:tileRect l="0" t="0" r="0" b="0"/>
        </a:gradFill>
        <a:blipFill rotWithShape="0">
          <a:blip r:embed="rId1"/>
          <a:srcRect l="0" t="0" r="0" b="0"/>
          <a:stretch>
            <a:fillRect l="0" t="0" r="0" b="0"/>
          </a:stretch>
        </a:blipFill>
      </a:bgFillStyleLst>
    </a:fmtScheme>
  </a:themeElements>
</a:theme>
</file>

<file path=ppt/theme/theme2.xml><?xml version="1.0" encoding="utf-8"?>
<a:theme xmlns:a="http://schemas.openxmlformats.org/drawingml/2006/main" xmlns:r="http://schemas.openxmlformats.org/officeDocument/2006/relationships" name="Circuit">
  <a:themeElements>
    <a:clrScheme name="Circuit">
      <a:dk1>
        <a:srgbClr val="000000"/>
      </a:dk1>
      <a:lt1>
        <a:srgbClr val="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50000"/>
              </a:schemeClr>
            </a:gs>
            <a:gs pos="100000">
              <a:schemeClr val="phClr">
                <a:shade val="92000"/>
                <a:lumMod val="68000"/>
              </a:schemeClr>
            </a:gs>
          </a:gsLst>
          <a:lin ang="5040000" scaled="0"/>
          <a:tileRect l="0" t="0" r="0" b="0"/>
        </a:gradFill>
        <a:blipFill rotWithShape="0">
          <a:blip r:embed="rId1"/>
          <a:srcRect l="0" t="0" r="0" b="0"/>
          <a:stretch>
            <a:fillRect l="0" t="0" r="0" b="0"/>
          </a:stretch>
        </a:blipFill>
      </a:bgFillStyleLst>
    </a:fmtScheme>
  </a:themeElements>
</a:theme>
</file>

<file path=docProps/app.xml><?xml version="1.0" encoding="utf-8"?>
<Properties xmlns="http://schemas.openxmlformats.org/officeDocument/2006/extended-properties" xmlns:vt="http://schemas.openxmlformats.org/officeDocument/2006/docPropsVTypes">
  <Template>Retrospect</Template>
  <TotalTime>2266</TotalTime>
  <Application>LibreOffice/25.8.3.2$Linux_X86_64 LibreOffice_project/580$Build-2</Application>
  <AppVersion>15.0000</AppVersion>
  <Words>1286</Words>
  <Paragraphs>112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2024-08-29T07:01:55Z</dcterms:created>
  <dc:creator>ACER</dc:creator>
  <dc:description/>
  <dc:language>en-GB</dc:language>
  <cp:lastModifiedBy/>
  <dcterms:modified xsi:type="dcterms:W3CDTF">2026-01-29T00:03:03Z</dcterms:modified>
  <cp:revision>23</cp:revision>
  <dc:subject/>
  <dc:title>Comparison of Early Versus Late Amniotomy with Immediate Oxytocin Infusion After preinduction Cervical Ripening with foley balloon catheter In Nulliparous women- A Randomised Trial</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15</vt:i4>
  </property>
</Properties>
</file>